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58" r:id="rId7"/>
    <p:sldId id="263" r:id="rId8"/>
    <p:sldId id="262" r:id="rId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941" y="-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79345-966F-4366-B361-687582A9A90F}" type="datetimeFigureOut">
              <a:rPr lang="ko-KR" altLang="en-US" smtClean="0"/>
              <a:t>2017-08-28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CEB6-EA09-419F-86F7-95B12AE49F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476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79345-966F-4366-B361-687582A9A90F}" type="datetimeFigureOut">
              <a:rPr lang="ko-KR" altLang="en-US" smtClean="0"/>
              <a:t>2017-08-28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CEB6-EA09-419F-86F7-95B12AE49F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3986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79345-966F-4366-B361-687582A9A90F}" type="datetimeFigureOut">
              <a:rPr lang="ko-KR" altLang="en-US" smtClean="0"/>
              <a:t>2017-08-28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CEB6-EA09-419F-86F7-95B12AE49F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7991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79345-966F-4366-B361-687582A9A90F}" type="datetimeFigureOut">
              <a:rPr lang="ko-KR" altLang="en-US" smtClean="0"/>
              <a:t>2017-08-28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CEB6-EA09-419F-86F7-95B12AE49F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4407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79345-966F-4366-B361-687582A9A90F}" type="datetimeFigureOut">
              <a:rPr lang="ko-KR" altLang="en-US" smtClean="0"/>
              <a:t>2017-08-28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CEB6-EA09-419F-86F7-95B12AE49F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8965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79345-966F-4366-B361-687582A9A90F}" type="datetimeFigureOut">
              <a:rPr lang="ko-KR" altLang="en-US" smtClean="0"/>
              <a:t>2017-08-28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CEB6-EA09-419F-86F7-95B12AE49F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4851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79345-966F-4366-B361-687582A9A90F}" type="datetimeFigureOut">
              <a:rPr lang="ko-KR" altLang="en-US" smtClean="0"/>
              <a:t>2017-08-28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CEB6-EA09-419F-86F7-95B12AE49F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5301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79345-966F-4366-B361-687582A9A90F}" type="datetimeFigureOut">
              <a:rPr lang="ko-KR" altLang="en-US" smtClean="0"/>
              <a:t>2017-08-28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CEB6-EA09-419F-86F7-95B12AE49F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7393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79345-966F-4366-B361-687582A9A90F}" type="datetimeFigureOut">
              <a:rPr lang="ko-KR" altLang="en-US" smtClean="0"/>
              <a:t>2017-08-28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CEB6-EA09-419F-86F7-95B12AE49F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0932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79345-966F-4366-B361-687582A9A90F}" type="datetimeFigureOut">
              <a:rPr lang="ko-KR" altLang="en-US" smtClean="0"/>
              <a:t>2017-08-28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CEB6-EA09-419F-86F7-95B12AE49F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827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79345-966F-4366-B361-687582A9A90F}" type="datetimeFigureOut">
              <a:rPr lang="ko-KR" altLang="en-US" smtClean="0"/>
              <a:t>2017-08-28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6CEB6-EA09-419F-86F7-95B12AE49F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6772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879345-966F-4366-B361-687582A9A90F}" type="datetimeFigureOut">
              <a:rPr lang="ko-KR" altLang="en-US" smtClean="0"/>
              <a:t>2017-08-28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06CEB6-EA09-419F-86F7-95B12AE49F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6861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/>
          <p:nvPr/>
        </p:nvCxnSpPr>
        <p:spPr>
          <a:xfrm>
            <a:off x="1979712" y="2276872"/>
            <a:ext cx="5112568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>
            <a:off x="1979712" y="3717032"/>
            <a:ext cx="5112568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123728" y="2564904"/>
            <a:ext cx="47525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dirty="0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rPr>
              <a:t>운동 총 정리</a:t>
            </a:r>
            <a:endParaRPr lang="ko-KR" altLang="en-US" sz="5400" dirty="0">
              <a:solidFill>
                <a:schemeClr val="bg1"/>
              </a:solidFill>
              <a:latin typeface="배달의민족 도현" pitchFamily="50" charset="-127"/>
              <a:ea typeface="배달의민족 도현" pitchFamily="50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6512" y="5992191"/>
            <a:ext cx="546959" cy="62132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31840" y="3861048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rPr>
              <a:t>Version 1</a:t>
            </a:r>
            <a:endParaRPr lang="ko-KR" altLang="en-US" dirty="0">
              <a:solidFill>
                <a:schemeClr val="bg1"/>
              </a:solidFill>
              <a:latin typeface="배달의민족 도현" pitchFamily="50" charset="-127"/>
              <a:ea typeface="배달의민족 도현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4573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54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가슴</a:t>
            </a:r>
            <a:endParaRPr lang="ko-KR" altLang="en-US" sz="5400" dirty="0">
              <a:solidFill>
                <a:schemeClr val="accent5">
                  <a:lumMod val="60000"/>
                  <a:lumOff val="40000"/>
                </a:schemeClr>
              </a:solidFill>
              <a:latin typeface="배달의민족 도현" pitchFamily="50" charset="-127"/>
              <a:ea typeface="배달의민족 도현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b="1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초보 </a:t>
            </a:r>
            <a:r>
              <a:rPr lang="en-US" altLang="ko-KR" sz="2000" b="1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:</a:t>
            </a:r>
            <a:r>
              <a:rPr lang="ko-KR" altLang="en-US" sz="2000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인클라인푸쉬업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니푸쉬업</a:t>
            </a:r>
            <a:r>
              <a:rPr lang="en-US" altLang="ko-KR" sz="2000" dirty="0" smtClean="0">
                <a:latin typeface="배달의민족 도현" pitchFamily="50" charset="-127"/>
                <a:ea typeface="배달의민족 도현" pitchFamily="50" charset="-127"/>
              </a:rPr>
              <a:t>,</a:t>
            </a:r>
          </a:p>
          <a:p>
            <a:pPr marL="0" indent="0">
              <a:buNone/>
            </a:pPr>
            <a:r>
              <a:rPr lang="ko-KR" altLang="en-US" sz="2000" dirty="0" smtClean="0">
                <a:latin typeface="배달의민족 도현" pitchFamily="50" charset="-127"/>
                <a:ea typeface="배달의민족 도현" pitchFamily="50" charset="-127"/>
              </a:rPr>
              <a:t/>
            </a:r>
            <a:br>
              <a:rPr lang="ko-KR" altLang="en-US" sz="2000" dirty="0" smtClean="0">
                <a:latin typeface="배달의민족 도현" pitchFamily="50" charset="-127"/>
                <a:ea typeface="배달의민족 도현" pitchFamily="50" charset="-127"/>
              </a:rPr>
            </a:br>
            <a:r>
              <a:rPr lang="ko-KR" altLang="en-US" sz="2000" b="1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기본 </a:t>
            </a:r>
            <a:r>
              <a:rPr lang="en-US" altLang="ko-KR" sz="2000" b="1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:</a:t>
            </a:r>
            <a:r>
              <a:rPr lang="ko-KR" altLang="en-US" sz="2000" b="1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푸쉬업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벤치프레스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덤벨프레스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덤벨플라이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버터플라이머신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endParaRPr lang="en-US" altLang="ko-KR" sz="2000" dirty="0" smtClean="0">
              <a:latin typeface="배달의민족 도현" pitchFamily="50" charset="-127"/>
              <a:ea typeface="배달의민족 도현" pitchFamily="50" charset="-127"/>
            </a:endParaRPr>
          </a:p>
          <a:p>
            <a:pPr marL="0" indent="0">
              <a:buNone/>
            </a:pP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en-US" altLang="ko-KR" sz="2000" dirty="0" smtClean="0">
                <a:latin typeface="배달의민족 도현" pitchFamily="50" charset="-127"/>
                <a:ea typeface="배달의민족 도현" pitchFamily="50" charset="-127"/>
              </a:rPr>
              <a:t>        </a:t>
            </a:r>
            <a:r>
              <a:rPr lang="ko-KR" altLang="en-US" sz="2000" dirty="0" err="1" smtClean="0">
                <a:latin typeface="배달의민족 도현" pitchFamily="50" charset="-127"/>
                <a:ea typeface="배달의민족 도현" pitchFamily="50" charset="-127"/>
              </a:rPr>
              <a:t>버티컬</a:t>
            </a:r>
            <a:r>
              <a:rPr lang="ko-KR" altLang="en-US" sz="2000" dirty="0" smtClean="0"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체스트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프레스 머신</a:t>
            </a:r>
            <a:r>
              <a:rPr lang="en-US" altLang="ko-KR" sz="2000" dirty="0" smtClean="0">
                <a:latin typeface="배달의민족 도현" pitchFamily="50" charset="-127"/>
                <a:ea typeface="배달의민족 도현" pitchFamily="50" charset="-127"/>
              </a:rPr>
              <a:t>,</a:t>
            </a:r>
          </a:p>
          <a:p>
            <a:pPr marL="0" indent="0">
              <a:buNone/>
            </a:pPr>
            <a:r>
              <a:rPr lang="ko-KR" altLang="en-US" sz="2000" dirty="0" smtClean="0">
                <a:latin typeface="배달의민족 도현" pitchFamily="50" charset="-127"/>
                <a:ea typeface="배달의민족 도현" pitchFamily="50" charset="-127"/>
              </a:rPr>
              <a:t/>
            </a:r>
            <a:br>
              <a:rPr lang="ko-KR" altLang="en-US" sz="2000" dirty="0" smtClean="0">
                <a:latin typeface="배달의민족 도현" pitchFamily="50" charset="-127"/>
                <a:ea typeface="배달의민족 도현" pitchFamily="50" charset="-127"/>
              </a:rPr>
            </a:br>
            <a:r>
              <a:rPr lang="ko-KR" altLang="en-US" sz="2000" b="1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응용 </a:t>
            </a:r>
            <a:r>
              <a:rPr lang="en-US" altLang="ko-KR" sz="2000" b="1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:</a:t>
            </a:r>
            <a:r>
              <a:rPr lang="ko-KR" altLang="en-US" sz="2000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디클라인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푸쉬업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내로우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푸쉬업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와이드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푸쉬업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웨이티드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푸쉬업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스파이더맨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푸쉬업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힌두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푸쉬업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푸쉬업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플랭크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T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푸쉬업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점프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푸쉬업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</a:t>
            </a:r>
            <a:r>
              <a:rPr lang="ko-KR" altLang="en-US" sz="2000" dirty="0" smtClean="0">
                <a:latin typeface="배달의민족 도현" pitchFamily="50" charset="-127"/>
                <a:ea typeface="배달의민족 도현" pitchFamily="50" charset="-127"/>
              </a:rPr>
              <a:t/>
            </a:r>
            <a:br>
              <a:rPr lang="ko-KR" altLang="en-US" sz="2000" dirty="0" smtClean="0">
                <a:latin typeface="배달의민족 도현" pitchFamily="50" charset="-127"/>
                <a:ea typeface="배달의민족 도현" pitchFamily="50" charset="-127"/>
              </a:rPr>
            </a:b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인클라인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벤치프레스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디클라인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벤치프레스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인클라인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덤벨프레스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디클라인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덤벨프레스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</a:t>
            </a:r>
            <a:r>
              <a:rPr lang="ko-KR" altLang="en-US" sz="2000" dirty="0" smtClean="0">
                <a:latin typeface="배달의민족 도현" pitchFamily="50" charset="-127"/>
                <a:ea typeface="배달의민족 도현" pitchFamily="50" charset="-127"/>
              </a:rPr>
              <a:t/>
            </a:r>
            <a:br>
              <a:rPr lang="ko-KR" altLang="en-US" sz="2000" dirty="0" smtClean="0">
                <a:latin typeface="배달의민족 도현" pitchFamily="50" charset="-127"/>
                <a:ea typeface="배달의민족 도현" pitchFamily="50" charset="-127"/>
              </a:rPr>
            </a:b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케이블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체스트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프레스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 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딥</a:t>
            </a:r>
            <a:r>
              <a:rPr lang="en-US" altLang="ko-KR" sz="2000" dirty="0" smtClean="0">
                <a:latin typeface="배달의민족 도현" pitchFamily="50" charset="-127"/>
                <a:ea typeface="배달의민족 도현" pitchFamily="50" charset="-127"/>
              </a:rPr>
              <a:t>,</a:t>
            </a:r>
          </a:p>
          <a:p>
            <a:pPr marL="0" indent="0">
              <a:buNone/>
            </a:pPr>
            <a:r>
              <a:rPr lang="ko-KR" altLang="en-US" sz="2000" dirty="0" smtClean="0">
                <a:latin typeface="배달의민족 도현" pitchFamily="50" charset="-127"/>
                <a:ea typeface="배달의민족 도현" pitchFamily="50" charset="-127"/>
              </a:rPr>
              <a:t/>
            </a:r>
            <a:br>
              <a:rPr lang="ko-KR" altLang="en-US" sz="2000" dirty="0" smtClean="0">
                <a:latin typeface="배달의민족 도현" pitchFamily="50" charset="-127"/>
                <a:ea typeface="배달의민족 도현" pitchFamily="50" charset="-127"/>
              </a:rPr>
            </a:br>
            <a:r>
              <a:rPr lang="ko-KR" altLang="en-US" sz="2000" b="1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괴수 </a:t>
            </a:r>
            <a:r>
              <a:rPr lang="en-US" altLang="ko-KR" sz="2000" b="1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:</a:t>
            </a:r>
            <a:r>
              <a:rPr lang="ko-KR" altLang="en-US" sz="2000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플란체</a:t>
            </a:r>
            <a:endParaRPr lang="ko-KR" altLang="en-US" sz="2000" dirty="0">
              <a:latin typeface="배달의민족 도현" pitchFamily="50" charset="-127"/>
              <a:ea typeface="배달의민족 도현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6512" y="5992191"/>
            <a:ext cx="546959" cy="621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995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54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등</a:t>
            </a:r>
            <a:endParaRPr lang="ko-KR" altLang="en-US" sz="5400" dirty="0">
              <a:solidFill>
                <a:schemeClr val="accent5">
                  <a:lumMod val="60000"/>
                  <a:lumOff val="40000"/>
                </a:schemeClr>
              </a:solidFill>
              <a:latin typeface="배달의민족 도현" pitchFamily="50" charset="-127"/>
              <a:ea typeface="배달의민족 도현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b="1" dirty="0" smtClean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초보 </a:t>
            </a:r>
            <a:r>
              <a:rPr lang="en-US" altLang="ko-KR" sz="2000" b="1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:</a:t>
            </a:r>
            <a:r>
              <a:rPr lang="ko-KR" altLang="en-US" sz="2000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인버티드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로우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밴드 어시스트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풀업</a:t>
            </a:r>
            <a:r>
              <a:rPr lang="en-US" altLang="ko-KR" sz="2000" dirty="0" smtClean="0">
                <a:latin typeface="배달의민족 도현" pitchFamily="50" charset="-127"/>
                <a:ea typeface="배달의민족 도현" pitchFamily="50" charset="-127"/>
              </a:rPr>
              <a:t>,</a:t>
            </a:r>
          </a:p>
          <a:p>
            <a:pPr marL="0" indent="0">
              <a:buNone/>
            </a:pPr>
            <a:r>
              <a:rPr lang="ko-KR" altLang="en-US" sz="2000" dirty="0" smtClean="0">
                <a:latin typeface="배달의민족 도현" pitchFamily="50" charset="-127"/>
                <a:ea typeface="배달의민족 도현" pitchFamily="50" charset="-127"/>
              </a:rPr>
              <a:t/>
            </a:r>
            <a:br>
              <a:rPr lang="ko-KR" altLang="en-US" sz="2000" dirty="0" smtClean="0">
                <a:latin typeface="배달의민족 도현" pitchFamily="50" charset="-127"/>
                <a:ea typeface="배달의민족 도현" pitchFamily="50" charset="-127"/>
              </a:rPr>
            </a:br>
            <a:r>
              <a:rPr lang="ko-KR" altLang="en-US" sz="2000" b="1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기본 </a:t>
            </a:r>
            <a:r>
              <a:rPr lang="en-US" altLang="ko-KR" sz="2000" b="1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:</a:t>
            </a:r>
            <a:r>
              <a:rPr lang="ko-KR" altLang="en-US" sz="2000" b="1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풀업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친업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랫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풀 다운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로잉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머신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 err="1" smtClean="0">
                <a:latin typeface="배달의민족 도현" pitchFamily="50" charset="-127"/>
                <a:ea typeface="배달의민족 도현" pitchFamily="50" charset="-127"/>
              </a:rPr>
              <a:t>백익스텐션</a:t>
            </a:r>
            <a:endParaRPr lang="en-US" altLang="ko-KR" sz="2000" dirty="0" smtClean="0">
              <a:latin typeface="배달의민족 도현" pitchFamily="50" charset="-127"/>
              <a:ea typeface="배달의민족 도현" pitchFamily="50" charset="-127"/>
            </a:endParaRPr>
          </a:p>
          <a:p>
            <a:pPr marL="0" indent="0">
              <a:buNone/>
            </a:pPr>
            <a:r>
              <a:rPr lang="ko-KR" altLang="en-US" sz="2000" dirty="0" smtClean="0">
                <a:latin typeface="배달의민족 도현" pitchFamily="50" charset="-127"/>
                <a:ea typeface="배달의민족 도현" pitchFamily="50" charset="-127"/>
              </a:rPr>
              <a:t/>
            </a:r>
            <a:br>
              <a:rPr lang="ko-KR" altLang="en-US" sz="2000" dirty="0" smtClean="0">
                <a:latin typeface="배달의민족 도현" pitchFamily="50" charset="-127"/>
                <a:ea typeface="배달의민족 도현" pitchFamily="50" charset="-127"/>
              </a:rPr>
            </a:br>
            <a:r>
              <a:rPr lang="ko-KR" altLang="en-US" sz="2000" b="1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응용 </a:t>
            </a:r>
            <a:r>
              <a:rPr lang="en-US" altLang="ko-KR" sz="2000" b="1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:</a:t>
            </a:r>
            <a:r>
              <a:rPr lang="ko-KR" altLang="en-US" sz="2000" b="1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바벨로우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덤벨로우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덤벨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리어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레터럴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레이즈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케이블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리어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레터럴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레이즈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케이블로우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네거티브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풀업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웨이티드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풀업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</a:t>
            </a:r>
            <a:r>
              <a:rPr lang="ko-KR" altLang="en-US" sz="2000" dirty="0" smtClean="0">
                <a:latin typeface="배달의민족 도현" pitchFamily="50" charset="-127"/>
                <a:ea typeface="배달의민족 도현" pitchFamily="50" charset="-127"/>
              </a:rPr>
              <a:t/>
            </a:r>
            <a:br>
              <a:rPr lang="ko-KR" altLang="en-US" sz="2000" dirty="0" smtClean="0">
                <a:latin typeface="배달의민족 도현" pitchFamily="50" charset="-127"/>
                <a:ea typeface="배달의민족 도현" pitchFamily="50" charset="-127"/>
              </a:rPr>
            </a:b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와이드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그립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랫풀다운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클로즈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그립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랫풀다운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EZ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바 풀오버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스탠딩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케이블 풀오버</a:t>
            </a:r>
            <a:r>
              <a:rPr lang="en-US" altLang="ko-KR" sz="2000" dirty="0" smtClean="0">
                <a:latin typeface="배달의민족 도현" pitchFamily="50" charset="-127"/>
                <a:ea typeface="배달의민족 도현" pitchFamily="50" charset="-127"/>
              </a:rPr>
              <a:t>,</a:t>
            </a:r>
          </a:p>
          <a:p>
            <a:pPr marL="0" indent="0">
              <a:buNone/>
            </a:pPr>
            <a:r>
              <a:rPr lang="ko-KR" altLang="en-US" sz="2000" dirty="0" smtClean="0">
                <a:latin typeface="배달의민족 도현" pitchFamily="50" charset="-127"/>
                <a:ea typeface="배달의민족 도현" pitchFamily="50" charset="-127"/>
              </a:rPr>
              <a:t/>
            </a:r>
            <a:br>
              <a:rPr lang="ko-KR" altLang="en-US" sz="2000" dirty="0" smtClean="0">
                <a:latin typeface="배달의민족 도현" pitchFamily="50" charset="-127"/>
                <a:ea typeface="배달의민족 도현" pitchFamily="50" charset="-127"/>
              </a:rPr>
            </a:br>
            <a:r>
              <a:rPr lang="ko-KR" altLang="en-US" sz="2000" b="1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괴수 </a:t>
            </a:r>
            <a:r>
              <a:rPr lang="en-US" altLang="ko-KR" sz="2000" b="1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:</a:t>
            </a:r>
            <a:endParaRPr lang="ko-KR" altLang="en-US" sz="2000" dirty="0">
              <a:solidFill>
                <a:schemeClr val="accent5">
                  <a:lumMod val="75000"/>
                </a:schemeClr>
              </a:solidFill>
              <a:latin typeface="배달의민족 도현" pitchFamily="50" charset="-127"/>
              <a:ea typeface="배달의민족 도현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6512" y="5992191"/>
            <a:ext cx="546959" cy="621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571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54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어깨</a:t>
            </a:r>
            <a:endParaRPr lang="ko-KR" altLang="en-US" sz="5400" dirty="0">
              <a:solidFill>
                <a:schemeClr val="accent5">
                  <a:lumMod val="60000"/>
                  <a:lumOff val="40000"/>
                </a:schemeClr>
              </a:solidFill>
              <a:latin typeface="배달의민족 도현" pitchFamily="50" charset="-127"/>
              <a:ea typeface="배달의민족 도현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b="1" dirty="0" smtClean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초보 </a:t>
            </a:r>
            <a:r>
              <a:rPr lang="en-US" altLang="ko-KR" sz="2000" b="1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:</a:t>
            </a:r>
            <a:r>
              <a:rPr lang="ko-KR" altLang="en-US" sz="2000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머신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숄더프레스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 </a:t>
            </a:r>
            <a:endParaRPr lang="en-US" altLang="ko-KR" sz="2000" dirty="0" smtClean="0">
              <a:latin typeface="배달의민족 도현" pitchFamily="50" charset="-127"/>
              <a:ea typeface="배달의민족 도현" pitchFamily="50" charset="-127"/>
            </a:endParaRPr>
          </a:p>
          <a:p>
            <a:pPr marL="0" indent="0">
              <a:buNone/>
            </a:pPr>
            <a:r>
              <a:rPr lang="ko-KR" altLang="en-US" sz="2000" dirty="0" smtClean="0">
                <a:latin typeface="배달의민족 도현" pitchFamily="50" charset="-127"/>
                <a:ea typeface="배달의민족 도현" pitchFamily="50" charset="-127"/>
              </a:rPr>
              <a:t/>
            </a:r>
            <a:br>
              <a:rPr lang="ko-KR" altLang="en-US" sz="2000" dirty="0" smtClean="0">
                <a:latin typeface="배달의민족 도현" pitchFamily="50" charset="-127"/>
                <a:ea typeface="배달의민족 도현" pitchFamily="50" charset="-127"/>
              </a:rPr>
            </a:br>
            <a:r>
              <a:rPr lang="ko-KR" altLang="en-US" sz="2000" b="1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기본 </a:t>
            </a:r>
            <a:r>
              <a:rPr lang="en-US" altLang="ko-KR" sz="2000" b="1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:</a:t>
            </a:r>
            <a:r>
              <a:rPr lang="ko-KR" altLang="en-US" sz="2000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바벨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숄더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프레스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덤벨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숄더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프레스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시티드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덤벨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숄더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프레스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프론트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레이즈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사이드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레터럴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 err="1" smtClean="0">
                <a:latin typeface="배달의민족 도현" pitchFamily="50" charset="-127"/>
                <a:ea typeface="배달의민족 도현" pitchFamily="50" charset="-127"/>
              </a:rPr>
              <a:t>레이즈</a:t>
            </a:r>
            <a:endParaRPr lang="en-US" altLang="ko-KR" sz="2000" dirty="0" smtClean="0">
              <a:latin typeface="배달의민족 도현" pitchFamily="50" charset="-127"/>
              <a:ea typeface="배달의민족 도현" pitchFamily="50" charset="-127"/>
            </a:endParaRPr>
          </a:p>
          <a:p>
            <a:pPr marL="0" indent="0">
              <a:buNone/>
            </a:pP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 </a:t>
            </a:r>
            <a:r>
              <a:rPr lang="ko-KR" altLang="en-US" sz="2000" dirty="0" smtClean="0">
                <a:latin typeface="배달의민족 도현" pitchFamily="50" charset="-127"/>
                <a:ea typeface="배달의민족 도현" pitchFamily="50" charset="-127"/>
              </a:rPr>
              <a:t/>
            </a:r>
            <a:br>
              <a:rPr lang="ko-KR" altLang="en-US" sz="2000" dirty="0" smtClean="0">
                <a:latin typeface="배달의민족 도현" pitchFamily="50" charset="-127"/>
                <a:ea typeface="배달의민족 도현" pitchFamily="50" charset="-127"/>
              </a:rPr>
            </a:br>
            <a:r>
              <a:rPr lang="ko-KR" altLang="en-US" sz="2000" b="1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응용 </a:t>
            </a:r>
            <a:r>
              <a:rPr lang="en-US" altLang="ko-KR" sz="2000" b="1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:</a:t>
            </a:r>
            <a:r>
              <a:rPr lang="ko-KR" altLang="en-US" sz="2000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저크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바벨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슈러그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덤벨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슈러그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케이블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다이아고널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레이즈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덤벨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익스터널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로테이션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 err="1" smtClean="0">
                <a:latin typeface="배달의민족 도현" pitchFamily="50" charset="-127"/>
                <a:ea typeface="배달의민족 도현" pitchFamily="50" charset="-127"/>
              </a:rPr>
              <a:t>스캡션</a:t>
            </a:r>
            <a:endParaRPr lang="en-US" altLang="ko-KR" sz="2000" dirty="0" smtClean="0">
              <a:latin typeface="배달의민족 도현" pitchFamily="50" charset="-127"/>
              <a:ea typeface="배달의민족 도현" pitchFamily="50" charset="-127"/>
            </a:endParaRPr>
          </a:p>
          <a:p>
            <a:pPr marL="0" indent="0">
              <a:buNone/>
            </a:pPr>
            <a:r>
              <a:rPr lang="ko-KR" altLang="en-US" sz="2000" dirty="0" smtClean="0">
                <a:latin typeface="배달의민족 도현" pitchFamily="50" charset="-127"/>
                <a:ea typeface="배달의민족 도현" pitchFamily="50" charset="-127"/>
              </a:rPr>
              <a:t/>
            </a:r>
            <a:br>
              <a:rPr lang="ko-KR" altLang="en-US" sz="2000" dirty="0" smtClean="0">
                <a:latin typeface="배달의민족 도현" pitchFamily="50" charset="-127"/>
                <a:ea typeface="배달의민족 도현" pitchFamily="50" charset="-127"/>
              </a:rPr>
            </a:br>
            <a:r>
              <a:rPr lang="ko-KR" altLang="en-US" sz="2000" b="1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괴수 </a:t>
            </a:r>
            <a:r>
              <a:rPr lang="en-US" altLang="ko-KR" sz="2000" b="1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: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 물구나무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푸쉬업</a:t>
            </a:r>
            <a:endParaRPr lang="ko-KR" altLang="en-US" sz="2000" dirty="0">
              <a:latin typeface="배달의민족 도현" pitchFamily="50" charset="-127"/>
              <a:ea typeface="배달의민족 도현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6512" y="5992191"/>
            <a:ext cx="546959" cy="621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571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54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팔</a:t>
            </a:r>
            <a:r>
              <a:rPr lang="en-US" altLang="ko-KR" sz="5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(</a:t>
            </a:r>
            <a:r>
              <a:rPr lang="ko-KR" altLang="en-US" sz="54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이두</a:t>
            </a:r>
            <a:r>
              <a:rPr lang="en-US" altLang="ko-KR" sz="54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, </a:t>
            </a:r>
            <a:r>
              <a:rPr lang="ko-KR" altLang="en-US" sz="5400" b="1" dirty="0" err="1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삼두</a:t>
            </a:r>
            <a:r>
              <a:rPr lang="en-US" altLang="ko-KR" sz="5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)</a:t>
            </a:r>
            <a:endParaRPr lang="ko-KR" altLang="en-US" sz="5400" dirty="0">
              <a:solidFill>
                <a:schemeClr val="accent5">
                  <a:lumMod val="60000"/>
                  <a:lumOff val="40000"/>
                </a:schemeClr>
              </a:solidFill>
              <a:latin typeface="배달의민족 도현" pitchFamily="50" charset="-127"/>
              <a:ea typeface="배달의민족 도현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b="1" dirty="0" smtClean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초보 </a:t>
            </a:r>
            <a:r>
              <a:rPr lang="en-US" altLang="ko-KR" sz="2000" b="1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:</a:t>
            </a:r>
            <a:r>
              <a:rPr lang="ko-KR" altLang="en-US" sz="2000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손 쥐었다 풀었다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 </a:t>
            </a:r>
            <a:endParaRPr lang="en-US" altLang="ko-KR" sz="2000" dirty="0" smtClean="0">
              <a:latin typeface="배달의민족 도현" pitchFamily="50" charset="-127"/>
              <a:ea typeface="배달의민족 도현" pitchFamily="50" charset="-127"/>
            </a:endParaRPr>
          </a:p>
          <a:p>
            <a:pPr marL="0" indent="0">
              <a:buNone/>
            </a:pPr>
            <a:r>
              <a:rPr lang="ko-KR" altLang="en-US" sz="2000" dirty="0" smtClean="0">
                <a:latin typeface="배달의민족 도현" pitchFamily="50" charset="-127"/>
                <a:ea typeface="배달의민족 도현" pitchFamily="50" charset="-127"/>
              </a:rPr>
              <a:t/>
            </a:r>
            <a:br>
              <a:rPr lang="ko-KR" altLang="en-US" sz="2000" dirty="0" smtClean="0">
                <a:latin typeface="배달의민족 도현" pitchFamily="50" charset="-127"/>
                <a:ea typeface="배달의민족 도현" pitchFamily="50" charset="-127"/>
              </a:rPr>
            </a:br>
            <a:r>
              <a:rPr lang="ko-KR" altLang="en-US" sz="2000" b="1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기본 </a:t>
            </a:r>
            <a:r>
              <a:rPr lang="en-US" altLang="ko-KR" sz="2000" b="1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:</a:t>
            </a:r>
            <a:r>
              <a:rPr lang="en-US" altLang="ko-KR" sz="2000" b="1" dirty="0">
                <a:latin typeface="배달의민족 도현" pitchFamily="50" charset="-127"/>
                <a:ea typeface="배달의민족 도현" pitchFamily="50" charset="-127"/>
              </a:rPr>
              <a:t> 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EZ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바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컬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프리처컬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바벨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컬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해머컬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덤벨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 err="1" smtClean="0">
                <a:latin typeface="배달의민족 도현" pitchFamily="50" charset="-127"/>
                <a:ea typeface="배달의민족 도현" pitchFamily="50" charset="-127"/>
              </a:rPr>
              <a:t>킥백</a:t>
            </a:r>
            <a:endParaRPr lang="en-US" altLang="ko-KR" sz="2000" dirty="0" smtClean="0">
              <a:latin typeface="배달의민족 도현" pitchFamily="50" charset="-127"/>
              <a:ea typeface="배달의민족 도현" pitchFamily="50" charset="-127"/>
            </a:endParaRPr>
          </a:p>
          <a:p>
            <a:pPr marL="0" indent="0">
              <a:buNone/>
            </a:pPr>
            <a:r>
              <a:rPr lang="ko-KR" altLang="en-US" sz="2000" dirty="0" smtClean="0">
                <a:latin typeface="배달의민족 도현" pitchFamily="50" charset="-127"/>
                <a:ea typeface="배달의민족 도현" pitchFamily="50" charset="-127"/>
              </a:rPr>
              <a:t/>
            </a:r>
            <a:br>
              <a:rPr lang="ko-KR" altLang="en-US" sz="2000" dirty="0" smtClean="0">
                <a:latin typeface="배달의민족 도현" pitchFamily="50" charset="-127"/>
                <a:ea typeface="배달의민족 도현" pitchFamily="50" charset="-127"/>
              </a:rPr>
            </a:br>
            <a:r>
              <a:rPr lang="ko-KR" altLang="en-US" sz="2000" b="1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응용 </a:t>
            </a:r>
            <a:r>
              <a:rPr lang="en-US" altLang="ko-KR" sz="2000" b="1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:</a:t>
            </a:r>
            <a:r>
              <a:rPr lang="ko-KR" altLang="en-US" sz="2000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클로즈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그립 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xx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컬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와이드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그립 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xx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컬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케이블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얼터네이팅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플렉스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컬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케이블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컬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케이블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해머컬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라잉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트라이셉스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익스텐션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오버헤드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트라이셉스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익스텐션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케이블 오버헤드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트라이셉스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익스텐션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트라이셉스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 smtClean="0">
                <a:latin typeface="배달의민족 도현" pitchFamily="50" charset="-127"/>
                <a:ea typeface="배달의민족 도현" pitchFamily="50" charset="-127"/>
              </a:rPr>
              <a:t>프레스다운</a:t>
            </a:r>
            <a:endParaRPr lang="en-US" altLang="ko-KR" sz="2000" dirty="0" smtClean="0">
              <a:latin typeface="배달의민족 도현" pitchFamily="50" charset="-127"/>
              <a:ea typeface="배달의민족 도현" pitchFamily="50" charset="-127"/>
            </a:endParaRPr>
          </a:p>
          <a:p>
            <a:pPr marL="0" indent="0">
              <a:buNone/>
            </a:pPr>
            <a:r>
              <a:rPr lang="ko-KR" altLang="en-US" sz="2000" dirty="0" smtClean="0">
                <a:latin typeface="배달의민족 도현" pitchFamily="50" charset="-127"/>
                <a:ea typeface="배달의민족 도현" pitchFamily="50" charset="-127"/>
              </a:rPr>
              <a:t/>
            </a:r>
            <a:br>
              <a:rPr lang="ko-KR" altLang="en-US" sz="2000" dirty="0" smtClean="0">
                <a:latin typeface="배달의민족 도현" pitchFamily="50" charset="-127"/>
                <a:ea typeface="배달의민족 도현" pitchFamily="50" charset="-127"/>
              </a:rPr>
            </a:br>
            <a:r>
              <a:rPr lang="ko-KR" altLang="en-US" sz="2000" b="1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괴수 </a:t>
            </a:r>
            <a:r>
              <a:rPr lang="en-US" altLang="ko-KR" sz="2000" b="1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: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한손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턱걸이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6512" y="5992191"/>
            <a:ext cx="546959" cy="621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571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허벅지 앞쪽</a:t>
            </a:r>
            <a:r>
              <a:rPr lang="en-US" altLang="ko-KR" b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(</a:t>
            </a:r>
            <a:r>
              <a:rPr lang="ko-KR" altLang="en-US" b="1" dirty="0" err="1" smtClean="0">
                <a:solidFill>
                  <a:schemeClr val="accent5">
                    <a:lumMod val="60000"/>
                    <a:lumOff val="40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대퇴사두</a:t>
            </a:r>
            <a:r>
              <a:rPr lang="en-US" altLang="ko-KR" b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)</a:t>
            </a:r>
            <a:endParaRPr lang="ko-KR" altLang="en-US" dirty="0">
              <a:solidFill>
                <a:schemeClr val="accent5">
                  <a:lumMod val="60000"/>
                  <a:lumOff val="40000"/>
                </a:schemeClr>
              </a:solidFill>
              <a:latin typeface="배달의민족 도현" pitchFamily="50" charset="-127"/>
              <a:ea typeface="배달의민족 도현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000" b="1" dirty="0" smtClean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초보 </a:t>
            </a:r>
            <a:r>
              <a:rPr lang="en-US" altLang="ko-KR" sz="2000" b="1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:</a:t>
            </a:r>
            <a:r>
              <a:rPr lang="ko-KR" altLang="en-US" sz="2000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짐볼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스쿼트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 </a:t>
            </a:r>
            <a:endParaRPr lang="en-US" altLang="ko-KR" sz="2000" dirty="0" smtClean="0">
              <a:latin typeface="배달의민족 도현" pitchFamily="50" charset="-127"/>
              <a:ea typeface="배달의민족 도현" pitchFamily="50" charset="-127"/>
            </a:endParaRPr>
          </a:p>
          <a:p>
            <a:pPr marL="0" indent="0">
              <a:buNone/>
            </a:pPr>
            <a:r>
              <a:rPr lang="ko-KR" altLang="en-US" sz="2000" dirty="0" smtClean="0">
                <a:latin typeface="배달의민족 도현" pitchFamily="50" charset="-127"/>
                <a:ea typeface="배달의민족 도현" pitchFamily="50" charset="-127"/>
              </a:rPr>
              <a:t/>
            </a:r>
            <a:br>
              <a:rPr lang="ko-KR" altLang="en-US" sz="2000" dirty="0" smtClean="0">
                <a:latin typeface="배달의민족 도현" pitchFamily="50" charset="-127"/>
                <a:ea typeface="배달의민족 도현" pitchFamily="50" charset="-127"/>
              </a:rPr>
            </a:br>
            <a:r>
              <a:rPr lang="ko-KR" altLang="en-US" sz="2000" b="1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기본 </a:t>
            </a:r>
            <a:r>
              <a:rPr lang="en-US" altLang="ko-KR" sz="2000" b="1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: 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맨몸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스쿼트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바벨스쿼트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덤벨스쿼트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런지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 </a:t>
            </a:r>
            <a:endParaRPr lang="en-US" altLang="ko-KR" sz="2000" dirty="0" smtClean="0">
              <a:latin typeface="배달의민족 도현" pitchFamily="50" charset="-127"/>
              <a:ea typeface="배달의민족 도현" pitchFamily="50" charset="-127"/>
            </a:endParaRPr>
          </a:p>
          <a:p>
            <a:pPr marL="0" indent="0">
              <a:buNone/>
            </a:pPr>
            <a:r>
              <a:rPr lang="ko-KR" altLang="en-US" sz="2000" dirty="0" smtClean="0">
                <a:latin typeface="배달의민족 도현" pitchFamily="50" charset="-127"/>
                <a:ea typeface="배달의민족 도현" pitchFamily="50" charset="-127"/>
              </a:rPr>
              <a:t/>
            </a:r>
            <a:br>
              <a:rPr lang="ko-KR" altLang="en-US" sz="2000" dirty="0" smtClean="0">
                <a:latin typeface="배달의민족 도현" pitchFamily="50" charset="-127"/>
                <a:ea typeface="배달의민족 도현" pitchFamily="50" charset="-127"/>
              </a:rPr>
            </a:br>
            <a:r>
              <a:rPr lang="ko-KR" altLang="en-US" sz="2000" b="1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응용</a:t>
            </a:r>
            <a:r>
              <a:rPr lang="ko-KR" altLang="en-US" sz="2000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en-US" altLang="ko-KR" sz="2000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: 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피스톨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스쿼트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점프스쿼트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하이박스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스쿼트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바벨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프론트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스쿼트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고블릿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스쿼트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스모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스쿼트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점프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런지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사이드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런지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리버스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런지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덤벨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런지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바벨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런지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스탠딩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케이블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힙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어덕션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 </a:t>
            </a:r>
            <a:endParaRPr lang="en-US" altLang="ko-KR" sz="2000" dirty="0" smtClean="0">
              <a:latin typeface="배달의민족 도현" pitchFamily="50" charset="-127"/>
              <a:ea typeface="배달의민족 도현" pitchFamily="50" charset="-127"/>
            </a:endParaRPr>
          </a:p>
          <a:p>
            <a:pPr marL="0" indent="0">
              <a:buNone/>
            </a:pPr>
            <a:r>
              <a:rPr lang="ko-KR" altLang="en-US" sz="2000" dirty="0" smtClean="0">
                <a:latin typeface="배달의민족 도현" pitchFamily="50" charset="-127"/>
                <a:ea typeface="배달의민족 도현" pitchFamily="50" charset="-127"/>
              </a:rPr>
              <a:t/>
            </a:r>
            <a:br>
              <a:rPr lang="ko-KR" altLang="en-US" sz="2000" dirty="0" smtClean="0">
                <a:latin typeface="배달의민족 도현" pitchFamily="50" charset="-127"/>
                <a:ea typeface="배달의민족 도현" pitchFamily="50" charset="-127"/>
              </a:rPr>
            </a:br>
            <a:r>
              <a:rPr lang="ko-KR" altLang="en-US" sz="2000" b="1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괴수 </a:t>
            </a:r>
            <a:r>
              <a:rPr lang="en-US" altLang="ko-KR" sz="2000" b="1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:</a:t>
            </a:r>
            <a:r>
              <a:rPr lang="ko-KR" altLang="en-US" sz="2000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 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6512" y="5992191"/>
            <a:ext cx="546959" cy="621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19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대퇴이두</a:t>
            </a:r>
            <a:r>
              <a:rPr lang="en-US" altLang="ko-KR" b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(</a:t>
            </a:r>
            <a:r>
              <a:rPr lang="ko-KR" altLang="en-US" b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허벅지 뒤쪽</a:t>
            </a:r>
            <a:r>
              <a:rPr lang="en-US" altLang="ko-KR" b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b="1" dirty="0" err="1" smtClean="0">
                <a:solidFill>
                  <a:schemeClr val="accent5">
                    <a:lumMod val="60000"/>
                    <a:lumOff val="40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햄스트링</a:t>
            </a:r>
            <a:r>
              <a:rPr lang="en-US" altLang="ko-KR" b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), </a:t>
            </a:r>
            <a:r>
              <a:rPr lang="ko-KR" altLang="en-US" b="1" dirty="0" err="1" smtClean="0">
                <a:solidFill>
                  <a:schemeClr val="accent5">
                    <a:lumMod val="60000"/>
                    <a:lumOff val="40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힙</a:t>
            </a:r>
            <a:endParaRPr lang="ko-KR" altLang="en-US" dirty="0">
              <a:solidFill>
                <a:schemeClr val="accent5">
                  <a:lumMod val="60000"/>
                  <a:lumOff val="40000"/>
                </a:schemeClr>
              </a:solidFill>
              <a:latin typeface="배달의민족 도현" pitchFamily="50" charset="-127"/>
              <a:ea typeface="배달의민족 도현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b="1" dirty="0" smtClean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초보 </a:t>
            </a:r>
            <a:r>
              <a:rPr lang="en-US" altLang="ko-KR" sz="2000" b="1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:</a:t>
            </a:r>
            <a:r>
              <a:rPr lang="ko-KR" altLang="en-US" sz="2000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맨몸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데드리프트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 err="1" smtClean="0">
                <a:latin typeface="배달의민족 도현" pitchFamily="50" charset="-127"/>
                <a:ea typeface="배달의민족 도현" pitchFamily="50" charset="-127"/>
              </a:rPr>
              <a:t>브릿지</a:t>
            </a:r>
            <a:endParaRPr lang="en-US" altLang="ko-KR" sz="2000" dirty="0" smtClean="0">
              <a:latin typeface="배달의민족 도현" pitchFamily="50" charset="-127"/>
              <a:ea typeface="배달의민족 도현" pitchFamily="50" charset="-127"/>
            </a:endParaRPr>
          </a:p>
          <a:p>
            <a:pPr marL="0" indent="0">
              <a:buNone/>
            </a:pPr>
            <a:r>
              <a:rPr lang="ko-KR" altLang="en-US" sz="2000" dirty="0" smtClean="0">
                <a:latin typeface="배달의민족 도현" pitchFamily="50" charset="-127"/>
                <a:ea typeface="배달의민족 도현" pitchFamily="50" charset="-127"/>
              </a:rPr>
              <a:t/>
            </a:r>
            <a:br>
              <a:rPr lang="ko-KR" altLang="en-US" sz="2000" dirty="0" smtClean="0">
                <a:latin typeface="배달의민족 도현" pitchFamily="50" charset="-127"/>
                <a:ea typeface="배달의민족 도현" pitchFamily="50" charset="-127"/>
              </a:rPr>
            </a:br>
            <a:r>
              <a:rPr lang="ko-KR" altLang="en-US" sz="2000" b="1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기본 </a:t>
            </a:r>
            <a:r>
              <a:rPr lang="en-US" altLang="ko-KR" sz="2000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: 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바벨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데드리프트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덤벨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데드리프트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스텝업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케틀벨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스윙</a:t>
            </a:r>
            <a:r>
              <a:rPr lang="en-US" altLang="ko-KR" sz="2000" dirty="0" smtClean="0">
                <a:latin typeface="배달의민족 도현" pitchFamily="50" charset="-127"/>
                <a:ea typeface="배달의민족 도현" pitchFamily="50" charset="-127"/>
              </a:rPr>
              <a:t>,</a:t>
            </a:r>
            <a:br>
              <a:rPr lang="en-US" altLang="ko-KR" sz="2000" dirty="0" smtClean="0">
                <a:latin typeface="배달의민족 도현" pitchFamily="50" charset="-127"/>
                <a:ea typeface="배달의민족 도현" pitchFamily="50" charset="-127"/>
              </a:rPr>
            </a:br>
            <a:r>
              <a:rPr lang="en-US" altLang="ko-KR" sz="2000" dirty="0" smtClean="0">
                <a:latin typeface="배달의민족 도현" pitchFamily="50" charset="-127"/>
                <a:ea typeface="배달의민족 도현" pitchFamily="50" charset="-127"/>
              </a:rPr>
              <a:t>         </a:t>
            </a:r>
            <a:r>
              <a:rPr lang="ko-KR" altLang="en-US" sz="2000" dirty="0" err="1" smtClean="0">
                <a:latin typeface="배달의민족 도현" pitchFamily="50" charset="-127"/>
                <a:ea typeface="배달의민족 도현" pitchFamily="50" charset="-127"/>
              </a:rPr>
              <a:t>스쿼트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 err="1" smtClean="0">
                <a:latin typeface="배달의민족 도현" pitchFamily="50" charset="-127"/>
                <a:ea typeface="배달의민족 도현" pitchFamily="50" charset="-127"/>
              </a:rPr>
              <a:t>덩키킥</a:t>
            </a:r>
            <a:endParaRPr lang="en-US" altLang="ko-KR" sz="2000" dirty="0" smtClean="0">
              <a:latin typeface="배달의민족 도현" pitchFamily="50" charset="-127"/>
              <a:ea typeface="배달의민족 도현" pitchFamily="50" charset="-127"/>
            </a:endParaRPr>
          </a:p>
          <a:p>
            <a:pPr marL="0" indent="0">
              <a:buNone/>
            </a:pPr>
            <a:r>
              <a:rPr lang="ko-KR" altLang="en-US" sz="2000" dirty="0" smtClean="0">
                <a:latin typeface="배달의민족 도현" pitchFamily="50" charset="-127"/>
                <a:ea typeface="배달의민족 도현" pitchFamily="50" charset="-127"/>
              </a:rPr>
              <a:t/>
            </a:r>
            <a:br>
              <a:rPr lang="ko-KR" altLang="en-US" sz="2000" dirty="0" smtClean="0">
                <a:latin typeface="배달의민족 도현" pitchFamily="50" charset="-127"/>
                <a:ea typeface="배달의민족 도현" pitchFamily="50" charset="-127"/>
              </a:rPr>
            </a:br>
            <a:r>
              <a:rPr lang="ko-KR" altLang="en-US" sz="2000" b="1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응용 </a:t>
            </a:r>
            <a:r>
              <a:rPr lang="en-US" altLang="ko-KR" sz="2000" b="1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:</a:t>
            </a:r>
            <a:r>
              <a:rPr lang="ko-KR" altLang="en-US" sz="2000" b="1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웨이티드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브릿지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한쪽발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브릿지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 </a:t>
            </a:r>
            <a:endParaRPr lang="en-US" altLang="ko-KR" sz="2000" dirty="0" smtClean="0">
              <a:latin typeface="배달의민족 도현" pitchFamily="50" charset="-127"/>
              <a:ea typeface="배달의민족 도현" pitchFamily="50" charset="-127"/>
            </a:endParaRPr>
          </a:p>
          <a:p>
            <a:pPr marL="0" indent="0">
              <a:buNone/>
            </a:pPr>
            <a:r>
              <a:rPr lang="ko-KR" altLang="en-US" sz="2000" dirty="0" smtClean="0">
                <a:latin typeface="배달의민족 도현" pitchFamily="50" charset="-127"/>
                <a:ea typeface="배달의민족 도현" pitchFamily="50" charset="-127"/>
              </a:rPr>
              <a:t/>
            </a:r>
            <a:br>
              <a:rPr lang="ko-KR" altLang="en-US" sz="2000" dirty="0" smtClean="0">
                <a:latin typeface="배달의민족 도현" pitchFamily="50" charset="-127"/>
                <a:ea typeface="배달의민족 도현" pitchFamily="50" charset="-127"/>
              </a:rPr>
            </a:br>
            <a:r>
              <a:rPr lang="ko-KR" altLang="en-US" sz="2000" b="1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괴수 </a:t>
            </a:r>
            <a:r>
              <a:rPr lang="en-US" altLang="ko-KR" sz="2000" b="1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: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 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6512" y="5992191"/>
            <a:ext cx="546959" cy="621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489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코어</a:t>
            </a:r>
            <a:r>
              <a:rPr lang="en-US" altLang="ko-KR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(</a:t>
            </a:r>
            <a:r>
              <a:rPr lang="ko-KR" altLang="en-US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복근</a:t>
            </a:r>
            <a:r>
              <a:rPr lang="en-US" altLang="ko-KR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허리</a:t>
            </a:r>
            <a:r>
              <a:rPr lang="en-US" altLang="ko-KR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)</a:t>
            </a:r>
            <a:endParaRPr lang="ko-KR" altLang="en-US" dirty="0">
              <a:solidFill>
                <a:schemeClr val="accent5">
                  <a:lumMod val="60000"/>
                  <a:lumOff val="40000"/>
                </a:schemeClr>
              </a:solidFill>
              <a:latin typeface="배달의민족 도현" pitchFamily="50" charset="-127"/>
              <a:ea typeface="배달의민족 도현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b="1" dirty="0" smtClean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초보 </a:t>
            </a:r>
            <a:r>
              <a:rPr lang="en-US" altLang="ko-KR" sz="2000" b="1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:</a:t>
            </a:r>
            <a:r>
              <a:rPr lang="ko-KR" altLang="en-US" sz="2000" b="1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45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도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플랭크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리버스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 err="1" smtClean="0">
                <a:latin typeface="배달의민족 도현" pitchFamily="50" charset="-127"/>
                <a:ea typeface="배달의민족 도현" pitchFamily="50" charset="-127"/>
              </a:rPr>
              <a:t>크런치</a:t>
            </a:r>
            <a:endParaRPr lang="en-US" altLang="ko-KR" sz="2000" dirty="0" smtClean="0">
              <a:latin typeface="배달의민족 도현" pitchFamily="50" charset="-127"/>
              <a:ea typeface="배달의민족 도현" pitchFamily="50" charset="-127"/>
            </a:endParaRPr>
          </a:p>
          <a:p>
            <a:pPr marL="0" indent="0">
              <a:buNone/>
            </a:pPr>
            <a:r>
              <a:rPr lang="ko-KR" altLang="en-US" sz="2000" dirty="0" smtClean="0">
                <a:latin typeface="배달의민족 도현" pitchFamily="50" charset="-127"/>
                <a:ea typeface="배달의민족 도현" pitchFamily="50" charset="-127"/>
              </a:rPr>
              <a:t/>
            </a:r>
            <a:br>
              <a:rPr lang="ko-KR" altLang="en-US" sz="2000" dirty="0" smtClean="0">
                <a:latin typeface="배달의민족 도현" pitchFamily="50" charset="-127"/>
                <a:ea typeface="배달의민족 도현" pitchFamily="50" charset="-127"/>
              </a:rPr>
            </a:br>
            <a:r>
              <a:rPr lang="ko-KR" altLang="en-US" sz="2000" b="1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기본 </a:t>
            </a:r>
            <a:r>
              <a:rPr lang="en-US" altLang="ko-KR" sz="2000" b="1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:</a:t>
            </a:r>
            <a:r>
              <a:rPr lang="ko-KR" altLang="en-US" sz="2000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플랭크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  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크런치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윗몸일으키기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마운틴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클라이머</a:t>
            </a:r>
            <a:r>
              <a:rPr lang="en-US" altLang="ko-KR" sz="2000" dirty="0" smtClean="0">
                <a:latin typeface="배달의민족 도현" pitchFamily="50" charset="-127"/>
                <a:ea typeface="배달의민족 도현" pitchFamily="50" charset="-127"/>
              </a:rPr>
              <a:t>,</a:t>
            </a:r>
          </a:p>
          <a:p>
            <a:pPr marL="0" indent="0">
              <a:buNone/>
            </a:pP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en-US" altLang="ko-KR" sz="2000" dirty="0" smtClean="0">
                <a:latin typeface="배달의민족 도현" pitchFamily="50" charset="-127"/>
                <a:ea typeface="배달의민족 도현" pitchFamily="50" charset="-127"/>
              </a:rPr>
              <a:t>        </a:t>
            </a:r>
            <a:r>
              <a:rPr lang="ko-KR" altLang="en-US" sz="2000" dirty="0" smtClean="0">
                <a:latin typeface="배달의민족 도현" pitchFamily="50" charset="-127"/>
                <a:ea typeface="배달의민족 도현" pitchFamily="50" charset="-127"/>
              </a:rPr>
              <a:t>슈퍼맨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 err="1" smtClean="0">
                <a:latin typeface="배달의민족 도현" pitchFamily="50" charset="-127"/>
                <a:ea typeface="배달의민족 도현" pitchFamily="50" charset="-127"/>
              </a:rPr>
              <a:t>레그레이즈</a:t>
            </a:r>
            <a:endParaRPr lang="en-US" altLang="ko-KR" sz="2000" dirty="0" smtClean="0">
              <a:latin typeface="배달의민족 도현" pitchFamily="50" charset="-127"/>
              <a:ea typeface="배달의민족 도현" pitchFamily="50" charset="-127"/>
            </a:endParaRPr>
          </a:p>
          <a:p>
            <a:pPr marL="0" indent="0">
              <a:buNone/>
            </a:pPr>
            <a:r>
              <a:rPr lang="ko-KR" altLang="en-US" sz="2000" dirty="0" smtClean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/>
            </a:r>
            <a:br>
              <a:rPr lang="ko-KR" altLang="en-US" sz="2000" dirty="0" smtClean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</a:br>
            <a:r>
              <a:rPr lang="ko-KR" altLang="en-US" sz="2000" b="1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응용 </a:t>
            </a:r>
            <a:r>
              <a:rPr lang="en-US" altLang="ko-KR" sz="2000" b="1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:</a:t>
            </a:r>
            <a:r>
              <a:rPr lang="ko-KR" altLang="en-US" sz="2000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사이드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플랭크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T-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스태빌리제이션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스위스볼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잭나이프</a:t>
            </a:r>
            <a:r>
              <a:rPr lang="en-US" altLang="ko-KR" sz="2000" dirty="0" smtClean="0">
                <a:latin typeface="배달의민족 도현" pitchFamily="50" charset="-127"/>
                <a:ea typeface="배달의민족 도현" pitchFamily="50" charset="-127"/>
              </a:rPr>
              <a:t>, V</a:t>
            </a:r>
            <a:r>
              <a:rPr lang="ko-KR" altLang="en-US" sz="2000" dirty="0" smtClean="0">
                <a:latin typeface="배달의민족 도현" pitchFamily="50" charset="-127"/>
                <a:ea typeface="배달의민족 도현" pitchFamily="50" charset="-127"/>
              </a:rPr>
              <a:t>업</a:t>
            </a:r>
            <a:endParaRPr lang="en-US" altLang="ko-KR" sz="2000" dirty="0" smtClean="0">
              <a:latin typeface="배달의민족 도현" pitchFamily="50" charset="-127"/>
              <a:ea typeface="배달의민족 도현" pitchFamily="50" charset="-127"/>
            </a:endParaRPr>
          </a:p>
          <a:p>
            <a:pPr marL="0" indent="0">
              <a:buNone/>
            </a:pP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en-US" altLang="ko-KR" sz="2000" dirty="0" smtClean="0">
                <a:latin typeface="배달의민족 도현" pitchFamily="50" charset="-127"/>
                <a:ea typeface="배달의민족 도현" pitchFamily="50" charset="-127"/>
              </a:rPr>
              <a:t>       </a:t>
            </a:r>
            <a:r>
              <a:rPr lang="ko-KR" altLang="en-US" sz="2000" dirty="0" smtClean="0">
                <a:latin typeface="배달의민족 도현" pitchFamily="50" charset="-127"/>
                <a:ea typeface="배달의민족 도현" pitchFamily="50" charset="-127"/>
              </a:rPr>
              <a:t>슬라이드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롤아웃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러시안 트위스트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힙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크로스오버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 smtClean="0">
                <a:latin typeface="배달의민족 도현" pitchFamily="50" charset="-127"/>
                <a:ea typeface="배달의민족 도현" pitchFamily="50" charset="-127"/>
              </a:rPr>
              <a:t>사이드 </a:t>
            </a:r>
            <a:r>
              <a:rPr lang="ko-KR" altLang="en-US" sz="2000" dirty="0" err="1" smtClean="0">
                <a:latin typeface="배달의민족 도현" pitchFamily="50" charset="-127"/>
                <a:ea typeface="배달의민족 도현" pitchFamily="50" charset="-127"/>
              </a:rPr>
              <a:t>크런치</a:t>
            </a:r>
            <a:endParaRPr lang="en-US" altLang="ko-KR" sz="2000" dirty="0" smtClean="0">
              <a:latin typeface="배달의민족 도현" pitchFamily="50" charset="-127"/>
              <a:ea typeface="배달의민족 도현" pitchFamily="50" charset="-127"/>
            </a:endParaRPr>
          </a:p>
          <a:p>
            <a:pPr marL="0" indent="0">
              <a:buNone/>
            </a:pP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en-US" altLang="ko-KR" sz="2000" dirty="0" smtClean="0">
                <a:latin typeface="배달의민족 도현" pitchFamily="50" charset="-127"/>
                <a:ea typeface="배달의민족 도현" pitchFamily="50" charset="-127"/>
              </a:rPr>
              <a:t>       </a:t>
            </a:r>
            <a:r>
              <a:rPr lang="ko-KR" altLang="en-US" sz="2000" dirty="0" err="1" smtClean="0">
                <a:latin typeface="배달의민족 도현" pitchFamily="50" charset="-127"/>
                <a:ea typeface="배달의민족 도현" pitchFamily="50" charset="-127"/>
              </a:rPr>
              <a:t>닐링</a:t>
            </a:r>
            <a:r>
              <a:rPr lang="ko-KR" altLang="en-US" sz="2000" dirty="0" smtClean="0"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케이블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크런치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행잉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레그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레이즈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스위스볼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파이크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endParaRPr lang="en-US" altLang="ko-KR" sz="2000" dirty="0" smtClean="0">
              <a:latin typeface="배달의민족 도현" pitchFamily="50" charset="-127"/>
              <a:ea typeface="배달의민족 도현" pitchFamily="50" charset="-127"/>
            </a:endParaRPr>
          </a:p>
          <a:p>
            <a:pPr marL="0" indent="0">
              <a:buNone/>
            </a:pPr>
            <a:r>
              <a:rPr lang="ko-KR" altLang="en-US" sz="2000" dirty="0" smtClean="0">
                <a:latin typeface="배달의민족 도현" pitchFamily="50" charset="-127"/>
                <a:ea typeface="배달의민족 도현" pitchFamily="50" charset="-127"/>
              </a:rPr>
              <a:t/>
            </a:r>
            <a:br>
              <a:rPr lang="ko-KR" altLang="en-US" sz="2000" dirty="0" smtClean="0">
                <a:latin typeface="배달의민족 도현" pitchFamily="50" charset="-127"/>
                <a:ea typeface="배달의민족 도현" pitchFamily="50" charset="-127"/>
              </a:rPr>
            </a:br>
            <a:r>
              <a:rPr lang="ko-KR" altLang="en-US" sz="2000" b="1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괴수 </a:t>
            </a:r>
            <a:r>
              <a:rPr lang="en-US" altLang="ko-KR" sz="2000" b="1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:</a:t>
            </a:r>
            <a:r>
              <a:rPr lang="ko-KR" altLang="en-US" sz="2000" dirty="0">
                <a:solidFill>
                  <a:schemeClr val="accent5">
                    <a:lumMod val="75000"/>
                  </a:schemeClr>
                </a:solidFill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ko-KR" altLang="en-US" sz="2000" dirty="0">
                <a:latin typeface="배달의민족 도현" pitchFamily="50" charset="-127"/>
                <a:ea typeface="배달의민족 도현" pitchFamily="50" charset="-127"/>
              </a:rPr>
              <a:t>인간 깃발</a:t>
            </a:r>
            <a:r>
              <a:rPr lang="en-US" altLang="ko-KR" sz="2000" dirty="0"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2000" dirty="0" err="1">
                <a:latin typeface="배달의민족 도현" pitchFamily="50" charset="-127"/>
                <a:ea typeface="배달의민족 도현" pitchFamily="50" charset="-127"/>
              </a:rPr>
              <a:t>프론트레버</a:t>
            </a:r>
            <a:endParaRPr lang="ko-KR" altLang="en-US" sz="2000" dirty="0">
              <a:latin typeface="배달의민족 도현" pitchFamily="50" charset="-127"/>
              <a:ea typeface="배달의민족 도현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6512" y="5992191"/>
            <a:ext cx="546959" cy="621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078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78</Words>
  <Application>Microsoft Office PowerPoint</Application>
  <PresentationFormat>화면 슬라이드 쇼(4:3)</PresentationFormat>
  <Paragraphs>41</Paragraphs>
  <Slides>8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9" baseType="lpstr">
      <vt:lpstr>Office 테마</vt:lpstr>
      <vt:lpstr>PowerPoint 프레젠테이션</vt:lpstr>
      <vt:lpstr>가슴</vt:lpstr>
      <vt:lpstr>등</vt:lpstr>
      <vt:lpstr>어깨</vt:lpstr>
      <vt:lpstr>팔(이두, 삼두)</vt:lpstr>
      <vt:lpstr>허벅지 앞쪽(대퇴사두)</vt:lpstr>
      <vt:lpstr>대퇴이두(허벅지 뒤쪽, 햄스트링), 힙</vt:lpstr>
      <vt:lpstr>코어(복근, 허리)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Registered User</dc:creator>
  <cp:lastModifiedBy>Registered User</cp:lastModifiedBy>
  <cp:revision>2</cp:revision>
  <dcterms:created xsi:type="dcterms:W3CDTF">2017-08-28T01:26:51Z</dcterms:created>
  <dcterms:modified xsi:type="dcterms:W3CDTF">2017-08-28T01:41:48Z</dcterms:modified>
</cp:coreProperties>
</file>