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306" r:id="rId3"/>
    <p:sldId id="307" r:id="rId4"/>
    <p:sldId id="300" r:id="rId5"/>
    <p:sldId id="313" r:id="rId6"/>
    <p:sldId id="312" r:id="rId7"/>
    <p:sldId id="314" r:id="rId8"/>
    <p:sldId id="315" r:id="rId9"/>
    <p:sldId id="311" r:id="rId10"/>
    <p:sldId id="309" r:id="rId11"/>
    <p:sldId id="303" r:id="rId12"/>
    <p:sldId id="266" r:id="rId13"/>
    <p:sldId id="293" r:id="rId14"/>
    <p:sldId id="317" r:id="rId15"/>
    <p:sldId id="301" r:id="rId16"/>
    <p:sldId id="302" r:id="rId17"/>
    <p:sldId id="285" r:id="rId18"/>
  </p:sldIdLst>
  <p:sldSz cx="9144000" cy="6858000" type="screen4x3"/>
  <p:notesSz cx="9926638" cy="6797675"/>
  <p:embeddedFontLst>
    <p:embeddedFont>
      <p:font typeface="맑은 고딕" panose="020B0503020000020004" pitchFamily="50" charset="-127"/>
      <p:regular r:id="rId21"/>
      <p:bold r:id="rId22"/>
    </p:embeddedFont>
    <p:embeddedFont>
      <p:font typeface="-윤고딕340" panose="020B0600000101010101" charset="-127"/>
      <p:regular r:id="rId23"/>
    </p:embeddedFont>
    <p:embeddedFont>
      <p:font typeface="KT&amp;G 상상본문 M" panose="020B0600000101010101" charset="-127"/>
      <p:regular r:id="rId24"/>
    </p:embeddedFont>
    <p:embeddedFont>
      <p:font typeface="KT&amp;G 상상제목 B" panose="020B0600000101010101" charset="-127"/>
      <p:regular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  <p:embeddedFont>
      <p:font typeface="나눔바른고딕" panose="020B0600000101010101" charset="-127"/>
      <p:regular r:id="rId30"/>
      <p:bold r:id="rId31"/>
    </p:embeddedFont>
    <p:embeddedFont>
      <p:font typeface="KT&amp;G 상상본문 L" panose="02000300000000000000" charset="-127"/>
      <p:regular r:id="rId32"/>
    </p:embeddedFont>
    <p:embeddedFont>
      <p:font typeface="-윤고딕330" panose="020B0600000101010101" charset="-127"/>
      <p:regular r:id="rId33"/>
    </p:embeddedFont>
    <p:embeddedFont>
      <p:font typeface="-윤고딕350" panose="020B0600000101010101" charset="-127"/>
      <p:regular r:id="rId3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0071C1"/>
    <a:srgbClr val="007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958" autoAdjust="0"/>
  </p:normalViewPr>
  <p:slideViewPr>
    <p:cSldViewPr>
      <p:cViewPr varScale="1">
        <p:scale>
          <a:sx n="60" d="100"/>
          <a:sy n="60" d="100"/>
        </p:scale>
        <p:origin x="186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0541EB-53E6-425B-B600-E7FEBEAB844D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pPr latinLnBrk="1"/>
          <a:endParaRPr lang="ko-KR" altLang="en-US"/>
        </a:p>
      </dgm:t>
    </dgm:pt>
    <dgm:pt modelId="{798C8E27-36BF-49B0-BE85-1054C6918B4B}">
      <dgm:prSet phldrT="[텍스트]" custT="1"/>
      <dgm:spPr>
        <a:solidFill>
          <a:schemeClr val="accent5">
            <a:lumMod val="75000"/>
          </a:schemeClr>
        </a:solidFill>
      </dgm:spPr>
      <dgm:t>
        <a:bodyPr/>
        <a:lstStyle/>
        <a:p>
          <a:pPr latinLnBrk="1"/>
          <a:r>
            <a:rPr lang="ko-KR" altLang="en-US" sz="2800" dirty="0" smtClean="0">
              <a:solidFill>
                <a:schemeClr val="bg1"/>
              </a:solidFill>
              <a:latin typeface="-윤고딕350" pitchFamily="18" charset="-127"/>
              <a:ea typeface="-윤고딕350" pitchFamily="18" charset="-127"/>
            </a:rPr>
            <a:t>재미</a:t>
          </a:r>
          <a:endParaRPr lang="ko-KR" altLang="en-US" sz="2800" dirty="0">
            <a:solidFill>
              <a:schemeClr val="bg1"/>
            </a:solidFill>
            <a:latin typeface="-윤고딕350" pitchFamily="18" charset="-127"/>
            <a:ea typeface="-윤고딕350" pitchFamily="18" charset="-127"/>
          </a:endParaRPr>
        </a:p>
      </dgm:t>
    </dgm:pt>
    <dgm:pt modelId="{56A1FE87-8BD2-43B3-B2AB-E6B5F6075958}" type="parTrans" cxnId="{D44FFC98-5D23-4627-BCC8-98C31A68B358}">
      <dgm:prSet/>
      <dgm:spPr/>
      <dgm:t>
        <a:bodyPr/>
        <a:lstStyle/>
        <a:p>
          <a:pPr latinLnBrk="1"/>
          <a:endParaRPr lang="ko-KR" altLang="en-US">
            <a:latin typeface="-윤고딕350" pitchFamily="18" charset="-127"/>
            <a:ea typeface="-윤고딕350" pitchFamily="18" charset="-127"/>
          </a:endParaRPr>
        </a:p>
      </dgm:t>
    </dgm:pt>
    <dgm:pt modelId="{27D23C3E-4334-443F-8189-B97F08A62B34}" type="sibTrans" cxnId="{D44FFC98-5D23-4627-BCC8-98C31A68B358}">
      <dgm:prSet/>
      <dgm:spPr/>
      <dgm:t>
        <a:bodyPr/>
        <a:lstStyle/>
        <a:p>
          <a:pPr latinLnBrk="1"/>
          <a:endParaRPr lang="ko-KR" altLang="en-US">
            <a:latin typeface="-윤고딕350" pitchFamily="18" charset="-127"/>
            <a:ea typeface="-윤고딕350" pitchFamily="18" charset="-127"/>
          </a:endParaRPr>
        </a:p>
      </dgm:t>
    </dgm:pt>
    <dgm:pt modelId="{F03271DF-CA4E-4923-B84C-7CAE8B8B3953}">
      <dgm:prSet phldrT="[텍스트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latinLnBrk="1"/>
          <a:r>
            <a:rPr lang="ko-KR" altLang="en-US" sz="2400" dirty="0" smtClean="0">
              <a:solidFill>
                <a:schemeClr val="bg1"/>
              </a:solidFill>
              <a:latin typeface="-윤고딕350" pitchFamily="18" charset="-127"/>
              <a:ea typeface="-윤고딕350" pitchFamily="18" charset="-127"/>
            </a:rPr>
            <a:t>지식</a:t>
          </a:r>
          <a:endParaRPr lang="ko-KR" altLang="en-US" sz="2400" dirty="0">
            <a:solidFill>
              <a:schemeClr val="bg1"/>
            </a:solidFill>
            <a:latin typeface="-윤고딕350" pitchFamily="18" charset="-127"/>
            <a:ea typeface="-윤고딕350" pitchFamily="18" charset="-127"/>
          </a:endParaRPr>
        </a:p>
      </dgm:t>
    </dgm:pt>
    <dgm:pt modelId="{D1C5B3D4-19AC-4A9A-A573-6F58A48EC8CB}" type="parTrans" cxnId="{45D8C554-9692-417B-894E-9057578F1B51}">
      <dgm:prSet/>
      <dgm:spPr/>
      <dgm:t>
        <a:bodyPr/>
        <a:lstStyle/>
        <a:p>
          <a:pPr latinLnBrk="1"/>
          <a:endParaRPr lang="ko-KR" altLang="en-US">
            <a:latin typeface="-윤고딕350" pitchFamily="18" charset="-127"/>
            <a:ea typeface="-윤고딕350" pitchFamily="18" charset="-127"/>
          </a:endParaRPr>
        </a:p>
      </dgm:t>
    </dgm:pt>
    <dgm:pt modelId="{FDF897F8-7CF8-455D-A91A-EB21935EA166}" type="sibTrans" cxnId="{45D8C554-9692-417B-894E-9057578F1B51}">
      <dgm:prSet/>
      <dgm:spPr/>
      <dgm:t>
        <a:bodyPr/>
        <a:lstStyle/>
        <a:p>
          <a:pPr latinLnBrk="1"/>
          <a:endParaRPr lang="ko-KR" altLang="en-US">
            <a:latin typeface="-윤고딕350" pitchFamily="18" charset="-127"/>
            <a:ea typeface="-윤고딕350" pitchFamily="18" charset="-127"/>
          </a:endParaRPr>
        </a:p>
      </dgm:t>
    </dgm:pt>
    <dgm:pt modelId="{F11F1C4A-261C-4256-9F41-E5F62D678049}">
      <dgm:prSet phldrT="[텍스트]"/>
      <dgm:spPr/>
      <dgm:t>
        <a:bodyPr/>
        <a:lstStyle/>
        <a:p>
          <a:pPr latinLnBrk="1"/>
          <a:r>
            <a:rPr lang="ko-KR" altLang="en-US" dirty="0" smtClean="0">
              <a:latin typeface="-윤고딕350" pitchFamily="18" charset="-127"/>
              <a:ea typeface="-윤고딕350" pitchFamily="18" charset="-127"/>
            </a:rPr>
            <a:t>고비용</a:t>
          </a:r>
          <a:r>
            <a:rPr lang="en-US" altLang="ko-KR" dirty="0" smtClean="0">
              <a:latin typeface="-윤고딕350" pitchFamily="18" charset="-127"/>
              <a:ea typeface="-윤고딕350" pitchFamily="18" charset="-127"/>
            </a:rPr>
            <a:t>PT</a:t>
          </a:r>
          <a:endParaRPr lang="ko-KR" altLang="en-US" dirty="0">
            <a:latin typeface="-윤고딕350" pitchFamily="18" charset="-127"/>
            <a:ea typeface="-윤고딕350" pitchFamily="18" charset="-127"/>
          </a:endParaRPr>
        </a:p>
      </dgm:t>
    </dgm:pt>
    <dgm:pt modelId="{E638F69C-549F-4BD5-8AD1-A54A5CC0BEFE}" type="parTrans" cxnId="{84A7023B-818F-43FD-9D46-5D7317CBA5FA}">
      <dgm:prSet/>
      <dgm:spPr/>
      <dgm:t>
        <a:bodyPr/>
        <a:lstStyle/>
        <a:p>
          <a:pPr latinLnBrk="1"/>
          <a:endParaRPr lang="ko-KR" altLang="en-US">
            <a:latin typeface="-윤고딕350" pitchFamily="18" charset="-127"/>
            <a:ea typeface="-윤고딕350" pitchFamily="18" charset="-127"/>
          </a:endParaRPr>
        </a:p>
      </dgm:t>
    </dgm:pt>
    <dgm:pt modelId="{70C7E888-72DE-471B-ABA9-36256DDF463B}" type="sibTrans" cxnId="{84A7023B-818F-43FD-9D46-5D7317CBA5FA}">
      <dgm:prSet/>
      <dgm:spPr/>
      <dgm:t>
        <a:bodyPr/>
        <a:lstStyle/>
        <a:p>
          <a:pPr latinLnBrk="1"/>
          <a:endParaRPr lang="ko-KR" altLang="en-US">
            <a:latin typeface="-윤고딕350" pitchFamily="18" charset="-127"/>
            <a:ea typeface="-윤고딕350" pitchFamily="18" charset="-127"/>
          </a:endParaRPr>
        </a:p>
      </dgm:t>
    </dgm:pt>
    <dgm:pt modelId="{2A2B4806-6D45-4C04-A01E-7D5FA4C06298}">
      <dgm:prSet phldrT="[텍스트]"/>
      <dgm:spPr/>
      <dgm:t>
        <a:bodyPr/>
        <a:lstStyle/>
        <a:p>
          <a:pPr latinLnBrk="1"/>
          <a:r>
            <a:rPr lang="ko-KR" altLang="en-US" dirty="0" smtClean="0">
              <a:latin typeface="-윤고딕350" pitchFamily="18" charset="-127"/>
              <a:ea typeface="-윤고딕350" pitchFamily="18" charset="-127"/>
            </a:rPr>
            <a:t>시간</a:t>
          </a:r>
          <a:endParaRPr lang="ko-KR" altLang="en-US" dirty="0">
            <a:latin typeface="-윤고딕350" pitchFamily="18" charset="-127"/>
            <a:ea typeface="-윤고딕350" pitchFamily="18" charset="-127"/>
          </a:endParaRPr>
        </a:p>
      </dgm:t>
    </dgm:pt>
    <dgm:pt modelId="{7DEA6447-907F-43B7-A4B4-99AB1E98AD59}" type="parTrans" cxnId="{3179A53D-5496-4F07-B25F-3D91D6518CD6}">
      <dgm:prSet/>
      <dgm:spPr/>
      <dgm:t>
        <a:bodyPr/>
        <a:lstStyle/>
        <a:p>
          <a:pPr latinLnBrk="1"/>
          <a:endParaRPr lang="ko-KR" altLang="en-US">
            <a:latin typeface="-윤고딕350" pitchFamily="18" charset="-127"/>
            <a:ea typeface="-윤고딕350" pitchFamily="18" charset="-127"/>
          </a:endParaRPr>
        </a:p>
      </dgm:t>
    </dgm:pt>
    <dgm:pt modelId="{268309F8-2DCC-43E6-83A3-81F35A88E3DC}" type="sibTrans" cxnId="{3179A53D-5496-4F07-B25F-3D91D6518CD6}">
      <dgm:prSet/>
      <dgm:spPr/>
      <dgm:t>
        <a:bodyPr/>
        <a:lstStyle/>
        <a:p>
          <a:pPr latinLnBrk="1"/>
          <a:endParaRPr lang="ko-KR" altLang="en-US">
            <a:latin typeface="-윤고딕350" pitchFamily="18" charset="-127"/>
            <a:ea typeface="-윤고딕350" pitchFamily="18" charset="-127"/>
          </a:endParaRPr>
        </a:p>
      </dgm:t>
    </dgm:pt>
    <dgm:pt modelId="{A6A96059-3D3C-47F7-A400-814A0E51ECAB}">
      <dgm:prSet phldrT="[텍스트]"/>
      <dgm:spPr/>
      <dgm:t>
        <a:bodyPr/>
        <a:lstStyle/>
        <a:p>
          <a:pPr latinLnBrk="1"/>
          <a:r>
            <a:rPr lang="ko-KR" altLang="en-US" dirty="0" smtClean="0">
              <a:latin typeface="-윤고딕350" pitchFamily="18" charset="-127"/>
              <a:ea typeface="-윤고딕350" pitchFamily="18" charset="-127"/>
            </a:rPr>
            <a:t>귀찮음</a:t>
          </a:r>
          <a:endParaRPr lang="ko-KR" altLang="en-US" dirty="0">
            <a:latin typeface="-윤고딕350" pitchFamily="18" charset="-127"/>
            <a:ea typeface="-윤고딕350" pitchFamily="18" charset="-127"/>
          </a:endParaRPr>
        </a:p>
      </dgm:t>
    </dgm:pt>
    <dgm:pt modelId="{1C30911F-89BE-4524-9EF4-2EAF4849DE10}" type="parTrans" cxnId="{97431C84-4B4F-4C79-8735-D5AB1A0B3219}">
      <dgm:prSet/>
      <dgm:spPr/>
      <dgm:t>
        <a:bodyPr/>
        <a:lstStyle/>
        <a:p>
          <a:pPr latinLnBrk="1"/>
          <a:endParaRPr lang="ko-KR" altLang="en-US">
            <a:latin typeface="-윤고딕350" pitchFamily="18" charset="-127"/>
            <a:ea typeface="-윤고딕350" pitchFamily="18" charset="-127"/>
          </a:endParaRPr>
        </a:p>
      </dgm:t>
    </dgm:pt>
    <dgm:pt modelId="{22E698F7-7864-417E-B216-0B468CFE57A0}" type="sibTrans" cxnId="{97431C84-4B4F-4C79-8735-D5AB1A0B3219}">
      <dgm:prSet/>
      <dgm:spPr/>
      <dgm:t>
        <a:bodyPr/>
        <a:lstStyle/>
        <a:p>
          <a:pPr latinLnBrk="1"/>
          <a:endParaRPr lang="ko-KR" altLang="en-US">
            <a:latin typeface="-윤고딕350" pitchFamily="18" charset="-127"/>
            <a:ea typeface="-윤고딕350" pitchFamily="18" charset="-127"/>
          </a:endParaRPr>
        </a:p>
      </dgm:t>
    </dgm:pt>
    <dgm:pt modelId="{CE656977-C115-4259-85E9-B71B8D6255F1}">
      <dgm:prSet phldrT="[텍스트]"/>
      <dgm:spPr/>
      <dgm:t>
        <a:bodyPr/>
        <a:lstStyle/>
        <a:p>
          <a:pPr latinLnBrk="1"/>
          <a:r>
            <a:rPr lang="ko-KR" altLang="en-US" dirty="0" err="1" smtClean="0">
              <a:latin typeface="-윤고딕350" pitchFamily="18" charset="-127"/>
              <a:ea typeface="-윤고딕350" pitchFamily="18" charset="-127"/>
            </a:rPr>
            <a:t>같이할사람</a:t>
          </a:r>
          <a:endParaRPr lang="ko-KR" altLang="en-US" dirty="0">
            <a:latin typeface="-윤고딕350" pitchFamily="18" charset="-127"/>
            <a:ea typeface="-윤고딕350" pitchFamily="18" charset="-127"/>
          </a:endParaRPr>
        </a:p>
      </dgm:t>
    </dgm:pt>
    <dgm:pt modelId="{E4437766-0A42-40C2-BA50-03B524E84A72}" type="parTrans" cxnId="{C1F8FDF8-5EFD-4129-B55B-BAB1EB41A0E6}">
      <dgm:prSet/>
      <dgm:spPr/>
      <dgm:t>
        <a:bodyPr/>
        <a:lstStyle/>
        <a:p>
          <a:pPr latinLnBrk="1"/>
          <a:endParaRPr lang="ko-KR" altLang="en-US">
            <a:latin typeface="-윤고딕350" pitchFamily="18" charset="-127"/>
            <a:ea typeface="-윤고딕350" pitchFamily="18" charset="-127"/>
          </a:endParaRPr>
        </a:p>
      </dgm:t>
    </dgm:pt>
    <dgm:pt modelId="{487A5C29-E4B9-4A2B-8557-0D92FA9A3EFB}" type="sibTrans" cxnId="{C1F8FDF8-5EFD-4129-B55B-BAB1EB41A0E6}">
      <dgm:prSet/>
      <dgm:spPr/>
      <dgm:t>
        <a:bodyPr/>
        <a:lstStyle/>
        <a:p>
          <a:pPr latinLnBrk="1"/>
          <a:endParaRPr lang="ko-KR" altLang="en-US">
            <a:latin typeface="-윤고딕350" pitchFamily="18" charset="-127"/>
            <a:ea typeface="-윤고딕350" pitchFamily="18" charset="-127"/>
          </a:endParaRPr>
        </a:p>
      </dgm:t>
    </dgm:pt>
    <dgm:pt modelId="{6E22BB6A-1F0A-4985-B1EB-EFBABED761AE}" type="pres">
      <dgm:prSet presAssocID="{A00541EB-53E6-425B-B600-E7FEBEAB844D}" presName="Name0" presStyleCnt="0">
        <dgm:presLayoutVars>
          <dgm:chMax val="1"/>
          <dgm:chPref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E9D9E33-55B8-4CB9-984E-BC8C5B3393C2}" type="pres">
      <dgm:prSet presAssocID="{798C8E27-36BF-49B0-BE85-1054C6918B4B}" presName="Parent" presStyleLbl="node0" presStyleIdx="0" presStyleCnt="1">
        <dgm:presLayoutVars>
          <dgm:chMax val="5"/>
          <dgm:chPref val="5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96F8865-ED16-45A4-A258-1DCFE62A7D69}" type="pres">
      <dgm:prSet presAssocID="{798C8E27-36BF-49B0-BE85-1054C6918B4B}" presName="Accent2" presStyleLbl="node1" presStyleIdx="0" presStyleCnt="19"/>
      <dgm:spPr/>
      <dgm:t>
        <a:bodyPr/>
        <a:lstStyle/>
        <a:p>
          <a:pPr latinLnBrk="1"/>
          <a:endParaRPr lang="ko-KR" altLang="en-US"/>
        </a:p>
      </dgm:t>
    </dgm:pt>
    <dgm:pt modelId="{39232697-BA3C-4D09-B816-A9FF94CAD469}" type="pres">
      <dgm:prSet presAssocID="{798C8E27-36BF-49B0-BE85-1054C6918B4B}" presName="Accent3" presStyleLbl="node1" presStyleIdx="1" presStyleCnt="19"/>
      <dgm:spPr/>
      <dgm:t>
        <a:bodyPr/>
        <a:lstStyle/>
        <a:p>
          <a:pPr latinLnBrk="1"/>
          <a:endParaRPr lang="ko-KR" altLang="en-US"/>
        </a:p>
      </dgm:t>
    </dgm:pt>
    <dgm:pt modelId="{DC4A6B03-8FC9-43AF-B41F-FA93D97C19CA}" type="pres">
      <dgm:prSet presAssocID="{798C8E27-36BF-49B0-BE85-1054C6918B4B}" presName="Accent4" presStyleLbl="node1" presStyleIdx="2" presStyleCnt="19"/>
      <dgm:spPr/>
      <dgm:t>
        <a:bodyPr/>
        <a:lstStyle/>
        <a:p>
          <a:pPr latinLnBrk="1"/>
          <a:endParaRPr lang="ko-KR" altLang="en-US"/>
        </a:p>
      </dgm:t>
    </dgm:pt>
    <dgm:pt modelId="{A5D3CA17-BF60-4DD9-9C67-B98567A5B0E9}" type="pres">
      <dgm:prSet presAssocID="{798C8E27-36BF-49B0-BE85-1054C6918B4B}" presName="Accent5" presStyleLbl="node1" presStyleIdx="3" presStyleCnt="19"/>
      <dgm:spPr/>
      <dgm:t>
        <a:bodyPr/>
        <a:lstStyle/>
        <a:p>
          <a:pPr latinLnBrk="1"/>
          <a:endParaRPr lang="ko-KR" altLang="en-US"/>
        </a:p>
      </dgm:t>
    </dgm:pt>
    <dgm:pt modelId="{E6D68845-5B6F-4E95-A2C1-3AE4128AF22F}" type="pres">
      <dgm:prSet presAssocID="{798C8E27-36BF-49B0-BE85-1054C6918B4B}" presName="Accent6" presStyleLbl="node1" presStyleIdx="4" presStyleCnt="19"/>
      <dgm:spPr/>
      <dgm:t>
        <a:bodyPr/>
        <a:lstStyle/>
        <a:p>
          <a:pPr latinLnBrk="1"/>
          <a:endParaRPr lang="ko-KR" altLang="en-US"/>
        </a:p>
      </dgm:t>
    </dgm:pt>
    <dgm:pt modelId="{F700F7EE-F6E6-48D1-8354-FBD3CA39575B}" type="pres">
      <dgm:prSet presAssocID="{F03271DF-CA4E-4923-B84C-7CAE8B8B3953}" presName="Child1" presStyleLbl="node1" presStyleIdx="5" presStyleCnt="19" custScaleX="153851" custScaleY="153851">
        <dgm:presLayoutVars>
          <dgm:chMax val="0"/>
          <dgm:chPref val="0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656B10C-995F-4A88-BB0A-E9732729FFC7}" type="pres">
      <dgm:prSet presAssocID="{F03271DF-CA4E-4923-B84C-7CAE8B8B3953}" presName="Accent7" presStyleCnt="0"/>
      <dgm:spPr/>
      <dgm:t>
        <a:bodyPr/>
        <a:lstStyle/>
        <a:p>
          <a:pPr latinLnBrk="1"/>
          <a:endParaRPr lang="ko-KR" altLang="en-US"/>
        </a:p>
      </dgm:t>
    </dgm:pt>
    <dgm:pt modelId="{1FFB4967-16E2-48AF-A8DE-BF80604CE489}" type="pres">
      <dgm:prSet presAssocID="{F03271DF-CA4E-4923-B84C-7CAE8B8B3953}" presName="AccentHold1" presStyleLbl="node1" presStyleIdx="6" presStyleCnt="19"/>
      <dgm:spPr/>
      <dgm:t>
        <a:bodyPr/>
        <a:lstStyle/>
        <a:p>
          <a:pPr latinLnBrk="1"/>
          <a:endParaRPr lang="ko-KR" altLang="en-US"/>
        </a:p>
      </dgm:t>
    </dgm:pt>
    <dgm:pt modelId="{CAF9BBE1-AF0B-4628-968D-14A07DD927CE}" type="pres">
      <dgm:prSet presAssocID="{F03271DF-CA4E-4923-B84C-7CAE8B8B3953}" presName="Accent8" presStyleCnt="0"/>
      <dgm:spPr/>
      <dgm:t>
        <a:bodyPr/>
        <a:lstStyle/>
        <a:p>
          <a:pPr latinLnBrk="1"/>
          <a:endParaRPr lang="ko-KR" altLang="en-US"/>
        </a:p>
      </dgm:t>
    </dgm:pt>
    <dgm:pt modelId="{F6EED3DF-2439-4D97-B842-EE1237EF1070}" type="pres">
      <dgm:prSet presAssocID="{F03271DF-CA4E-4923-B84C-7CAE8B8B3953}" presName="AccentHold2" presStyleLbl="node1" presStyleIdx="7" presStyleCnt="19"/>
      <dgm:spPr/>
      <dgm:t>
        <a:bodyPr/>
        <a:lstStyle/>
        <a:p>
          <a:pPr latinLnBrk="1"/>
          <a:endParaRPr lang="ko-KR" altLang="en-US"/>
        </a:p>
      </dgm:t>
    </dgm:pt>
    <dgm:pt modelId="{3A39E8BA-A994-4759-A71C-DF242F9DB1C2}" type="pres">
      <dgm:prSet presAssocID="{F11F1C4A-261C-4256-9F41-E5F62D678049}" presName="Child2" presStyleLbl="node1" presStyleIdx="8" presStyleCnt="19">
        <dgm:presLayoutVars>
          <dgm:chMax val="0"/>
          <dgm:chPref val="0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D4B08E8-3F54-42E5-8882-23267EFB2F3A}" type="pres">
      <dgm:prSet presAssocID="{F11F1C4A-261C-4256-9F41-E5F62D678049}" presName="Accent9" presStyleCnt="0"/>
      <dgm:spPr/>
      <dgm:t>
        <a:bodyPr/>
        <a:lstStyle/>
        <a:p>
          <a:pPr latinLnBrk="1"/>
          <a:endParaRPr lang="ko-KR" altLang="en-US"/>
        </a:p>
      </dgm:t>
    </dgm:pt>
    <dgm:pt modelId="{8BBB2EF8-4860-45A7-91C3-EEA82493BC3F}" type="pres">
      <dgm:prSet presAssocID="{F11F1C4A-261C-4256-9F41-E5F62D678049}" presName="AccentHold1" presStyleLbl="node1" presStyleIdx="9" presStyleCnt="19"/>
      <dgm:spPr/>
      <dgm:t>
        <a:bodyPr/>
        <a:lstStyle/>
        <a:p>
          <a:pPr latinLnBrk="1"/>
          <a:endParaRPr lang="ko-KR" altLang="en-US"/>
        </a:p>
      </dgm:t>
    </dgm:pt>
    <dgm:pt modelId="{7CF6B9A2-3FF7-4316-8074-CE62505E24E9}" type="pres">
      <dgm:prSet presAssocID="{F11F1C4A-261C-4256-9F41-E5F62D678049}" presName="Accent10" presStyleCnt="0"/>
      <dgm:spPr/>
      <dgm:t>
        <a:bodyPr/>
        <a:lstStyle/>
        <a:p>
          <a:pPr latinLnBrk="1"/>
          <a:endParaRPr lang="ko-KR" altLang="en-US"/>
        </a:p>
      </dgm:t>
    </dgm:pt>
    <dgm:pt modelId="{D0C0F1ED-251F-4D3D-B1C9-479F60BA8D1C}" type="pres">
      <dgm:prSet presAssocID="{F11F1C4A-261C-4256-9F41-E5F62D678049}" presName="AccentHold2" presStyleLbl="node1" presStyleIdx="10" presStyleCnt="19"/>
      <dgm:spPr/>
      <dgm:t>
        <a:bodyPr/>
        <a:lstStyle/>
        <a:p>
          <a:pPr latinLnBrk="1"/>
          <a:endParaRPr lang="ko-KR" altLang="en-US"/>
        </a:p>
      </dgm:t>
    </dgm:pt>
    <dgm:pt modelId="{094E6C1D-1C55-4666-A5DE-91FF4319EE1C}" type="pres">
      <dgm:prSet presAssocID="{F11F1C4A-261C-4256-9F41-E5F62D678049}" presName="Accent11" presStyleCnt="0"/>
      <dgm:spPr/>
      <dgm:t>
        <a:bodyPr/>
        <a:lstStyle/>
        <a:p>
          <a:pPr latinLnBrk="1"/>
          <a:endParaRPr lang="ko-KR" altLang="en-US"/>
        </a:p>
      </dgm:t>
    </dgm:pt>
    <dgm:pt modelId="{24C4FEFD-934C-4A98-B127-7E7D4348807C}" type="pres">
      <dgm:prSet presAssocID="{F11F1C4A-261C-4256-9F41-E5F62D678049}" presName="AccentHold3" presStyleLbl="node1" presStyleIdx="11" presStyleCnt="19"/>
      <dgm:spPr/>
      <dgm:t>
        <a:bodyPr/>
        <a:lstStyle/>
        <a:p>
          <a:pPr latinLnBrk="1"/>
          <a:endParaRPr lang="ko-KR" altLang="en-US"/>
        </a:p>
      </dgm:t>
    </dgm:pt>
    <dgm:pt modelId="{D6341C67-A25E-4FC6-89C3-C3327C98C488}" type="pres">
      <dgm:prSet presAssocID="{2A2B4806-6D45-4C04-A01E-7D5FA4C06298}" presName="Child3" presStyleLbl="node1" presStyleIdx="12" presStyleCnt="19">
        <dgm:presLayoutVars>
          <dgm:chMax val="0"/>
          <dgm:chPref val="0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9A25057-876C-402E-99CB-7F14CFDD9CE2}" type="pres">
      <dgm:prSet presAssocID="{2A2B4806-6D45-4C04-A01E-7D5FA4C06298}" presName="Accent12" presStyleCnt="0"/>
      <dgm:spPr/>
      <dgm:t>
        <a:bodyPr/>
        <a:lstStyle/>
        <a:p>
          <a:pPr latinLnBrk="1"/>
          <a:endParaRPr lang="ko-KR" altLang="en-US"/>
        </a:p>
      </dgm:t>
    </dgm:pt>
    <dgm:pt modelId="{5B314132-C04E-42EE-A050-F77CC65A9623}" type="pres">
      <dgm:prSet presAssocID="{2A2B4806-6D45-4C04-A01E-7D5FA4C06298}" presName="AccentHold1" presStyleLbl="node1" presStyleIdx="13" presStyleCnt="19"/>
      <dgm:spPr/>
      <dgm:t>
        <a:bodyPr/>
        <a:lstStyle/>
        <a:p>
          <a:pPr latinLnBrk="1"/>
          <a:endParaRPr lang="ko-KR" altLang="en-US"/>
        </a:p>
      </dgm:t>
    </dgm:pt>
    <dgm:pt modelId="{23AAAC91-6CB2-4FE6-A627-9ED8F95A62F6}" type="pres">
      <dgm:prSet presAssocID="{A6A96059-3D3C-47F7-A400-814A0E51ECAB}" presName="Child4" presStyleLbl="node1" presStyleIdx="14" presStyleCnt="19">
        <dgm:presLayoutVars>
          <dgm:chMax val="0"/>
          <dgm:chPref val="0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00FAE57-6E41-49BE-8969-D29D62FB7A72}" type="pres">
      <dgm:prSet presAssocID="{A6A96059-3D3C-47F7-A400-814A0E51ECAB}" presName="Accent13" presStyleCnt="0"/>
      <dgm:spPr/>
      <dgm:t>
        <a:bodyPr/>
        <a:lstStyle/>
        <a:p>
          <a:pPr latinLnBrk="1"/>
          <a:endParaRPr lang="ko-KR" altLang="en-US"/>
        </a:p>
      </dgm:t>
    </dgm:pt>
    <dgm:pt modelId="{3CBA349B-1BC2-4BA8-967A-319296849065}" type="pres">
      <dgm:prSet presAssocID="{A6A96059-3D3C-47F7-A400-814A0E51ECAB}" presName="AccentHold1" presStyleLbl="node1" presStyleIdx="15" presStyleCnt="19"/>
      <dgm:spPr/>
      <dgm:t>
        <a:bodyPr/>
        <a:lstStyle/>
        <a:p>
          <a:pPr latinLnBrk="1"/>
          <a:endParaRPr lang="ko-KR" altLang="en-US"/>
        </a:p>
      </dgm:t>
    </dgm:pt>
    <dgm:pt modelId="{DA021943-1625-46A1-89CE-EFCF97FFEE72}" type="pres">
      <dgm:prSet presAssocID="{CE656977-C115-4259-85E9-B71B8D6255F1}" presName="Child5" presStyleLbl="node1" presStyleIdx="16" presStyleCnt="19">
        <dgm:presLayoutVars>
          <dgm:chMax val="0"/>
          <dgm:chPref val="0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6607689-00A3-446D-8F40-96DE57D9ACD3}" type="pres">
      <dgm:prSet presAssocID="{CE656977-C115-4259-85E9-B71B8D6255F1}" presName="Accent15" presStyleCnt="0"/>
      <dgm:spPr/>
      <dgm:t>
        <a:bodyPr/>
        <a:lstStyle/>
        <a:p>
          <a:pPr latinLnBrk="1"/>
          <a:endParaRPr lang="ko-KR" altLang="en-US"/>
        </a:p>
      </dgm:t>
    </dgm:pt>
    <dgm:pt modelId="{DEA4930A-6C49-492C-9C8C-FED7AEB6B544}" type="pres">
      <dgm:prSet presAssocID="{CE656977-C115-4259-85E9-B71B8D6255F1}" presName="AccentHold2" presStyleLbl="node1" presStyleIdx="17" presStyleCnt="19"/>
      <dgm:spPr/>
      <dgm:t>
        <a:bodyPr/>
        <a:lstStyle/>
        <a:p>
          <a:pPr latinLnBrk="1"/>
          <a:endParaRPr lang="ko-KR" altLang="en-US"/>
        </a:p>
      </dgm:t>
    </dgm:pt>
    <dgm:pt modelId="{BADAEDE5-C9D1-4B39-8123-89CEEC1A4F78}" type="pres">
      <dgm:prSet presAssocID="{CE656977-C115-4259-85E9-B71B8D6255F1}" presName="Accent16" presStyleCnt="0"/>
      <dgm:spPr/>
      <dgm:t>
        <a:bodyPr/>
        <a:lstStyle/>
        <a:p>
          <a:pPr latinLnBrk="1"/>
          <a:endParaRPr lang="ko-KR" altLang="en-US"/>
        </a:p>
      </dgm:t>
    </dgm:pt>
    <dgm:pt modelId="{4B1739D2-570A-4D79-A017-4D3B3F908B38}" type="pres">
      <dgm:prSet presAssocID="{CE656977-C115-4259-85E9-B71B8D6255F1}" presName="AccentHold3" presStyleLbl="node1" presStyleIdx="18" presStyleCnt="19"/>
      <dgm:spPr/>
      <dgm:t>
        <a:bodyPr/>
        <a:lstStyle/>
        <a:p>
          <a:pPr latinLnBrk="1"/>
          <a:endParaRPr lang="ko-KR" altLang="en-US"/>
        </a:p>
      </dgm:t>
    </dgm:pt>
  </dgm:ptLst>
  <dgm:cxnLst>
    <dgm:cxn modelId="{FF9B84E0-99A6-4896-9344-01C28410893A}" type="presOf" srcId="{A6A96059-3D3C-47F7-A400-814A0E51ECAB}" destId="{23AAAC91-6CB2-4FE6-A627-9ED8F95A62F6}" srcOrd="0" destOrd="0" presId="urn:microsoft.com/office/officeart/2009/3/layout/CircleRelationship"/>
    <dgm:cxn modelId="{45D8C554-9692-417B-894E-9057578F1B51}" srcId="{798C8E27-36BF-49B0-BE85-1054C6918B4B}" destId="{F03271DF-CA4E-4923-B84C-7CAE8B8B3953}" srcOrd="0" destOrd="0" parTransId="{D1C5B3D4-19AC-4A9A-A573-6F58A48EC8CB}" sibTransId="{FDF897F8-7CF8-455D-A91A-EB21935EA166}"/>
    <dgm:cxn modelId="{C1F8FDF8-5EFD-4129-B55B-BAB1EB41A0E6}" srcId="{798C8E27-36BF-49B0-BE85-1054C6918B4B}" destId="{CE656977-C115-4259-85E9-B71B8D6255F1}" srcOrd="4" destOrd="0" parTransId="{E4437766-0A42-40C2-BA50-03B524E84A72}" sibTransId="{487A5C29-E4B9-4A2B-8557-0D92FA9A3EFB}"/>
    <dgm:cxn modelId="{3F041AFA-FBB4-42B8-817F-EC62CE72F9B4}" type="presOf" srcId="{A00541EB-53E6-425B-B600-E7FEBEAB844D}" destId="{6E22BB6A-1F0A-4985-B1EB-EFBABED761AE}" srcOrd="0" destOrd="0" presId="urn:microsoft.com/office/officeart/2009/3/layout/CircleRelationship"/>
    <dgm:cxn modelId="{84A7023B-818F-43FD-9D46-5D7317CBA5FA}" srcId="{798C8E27-36BF-49B0-BE85-1054C6918B4B}" destId="{F11F1C4A-261C-4256-9F41-E5F62D678049}" srcOrd="1" destOrd="0" parTransId="{E638F69C-549F-4BD5-8AD1-A54A5CC0BEFE}" sibTransId="{70C7E888-72DE-471B-ABA9-36256DDF463B}"/>
    <dgm:cxn modelId="{C10878B1-CE23-4916-B678-4EF52906D5E6}" type="presOf" srcId="{F03271DF-CA4E-4923-B84C-7CAE8B8B3953}" destId="{F700F7EE-F6E6-48D1-8354-FBD3CA39575B}" srcOrd="0" destOrd="0" presId="urn:microsoft.com/office/officeart/2009/3/layout/CircleRelationship"/>
    <dgm:cxn modelId="{8629DA1D-2E6F-4EFF-83A4-14BDC0C33B2C}" type="presOf" srcId="{F11F1C4A-261C-4256-9F41-E5F62D678049}" destId="{3A39E8BA-A994-4759-A71C-DF242F9DB1C2}" srcOrd="0" destOrd="0" presId="urn:microsoft.com/office/officeart/2009/3/layout/CircleRelationship"/>
    <dgm:cxn modelId="{F72AB1CB-B5CE-4349-A268-3CF9898672A2}" type="presOf" srcId="{2A2B4806-6D45-4C04-A01E-7D5FA4C06298}" destId="{D6341C67-A25E-4FC6-89C3-C3327C98C488}" srcOrd="0" destOrd="0" presId="urn:microsoft.com/office/officeart/2009/3/layout/CircleRelationship"/>
    <dgm:cxn modelId="{C0BEDF58-8D5D-4D53-AB47-7B3DF25E81AB}" type="presOf" srcId="{CE656977-C115-4259-85E9-B71B8D6255F1}" destId="{DA021943-1625-46A1-89CE-EFCF97FFEE72}" srcOrd="0" destOrd="0" presId="urn:microsoft.com/office/officeart/2009/3/layout/CircleRelationship"/>
    <dgm:cxn modelId="{D44FFC98-5D23-4627-BCC8-98C31A68B358}" srcId="{A00541EB-53E6-425B-B600-E7FEBEAB844D}" destId="{798C8E27-36BF-49B0-BE85-1054C6918B4B}" srcOrd="0" destOrd="0" parTransId="{56A1FE87-8BD2-43B3-B2AB-E6B5F6075958}" sibTransId="{27D23C3E-4334-443F-8189-B97F08A62B34}"/>
    <dgm:cxn modelId="{4E0B6D3D-0637-417B-90A1-E3CBAA8037AC}" type="presOf" srcId="{798C8E27-36BF-49B0-BE85-1054C6918B4B}" destId="{2E9D9E33-55B8-4CB9-984E-BC8C5B3393C2}" srcOrd="0" destOrd="0" presId="urn:microsoft.com/office/officeart/2009/3/layout/CircleRelationship"/>
    <dgm:cxn modelId="{3179A53D-5496-4F07-B25F-3D91D6518CD6}" srcId="{798C8E27-36BF-49B0-BE85-1054C6918B4B}" destId="{2A2B4806-6D45-4C04-A01E-7D5FA4C06298}" srcOrd="2" destOrd="0" parTransId="{7DEA6447-907F-43B7-A4B4-99AB1E98AD59}" sibTransId="{268309F8-2DCC-43E6-83A3-81F35A88E3DC}"/>
    <dgm:cxn modelId="{97431C84-4B4F-4C79-8735-D5AB1A0B3219}" srcId="{798C8E27-36BF-49B0-BE85-1054C6918B4B}" destId="{A6A96059-3D3C-47F7-A400-814A0E51ECAB}" srcOrd="3" destOrd="0" parTransId="{1C30911F-89BE-4524-9EF4-2EAF4849DE10}" sibTransId="{22E698F7-7864-417E-B216-0B468CFE57A0}"/>
    <dgm:cxn modelId="{FF1726CF-5B27-4946-9172-0FDBCE522872}" type="presParOf" srcId="{6E22BB6A-1F0A-4985-B1EB-EFBABED761AE}" destId="{2E9D9E33-55B8-4CB9-984E-BC8C5B3393C2}" srcOrd="0" destOrd="0" presId="urn:microsoft.com/office/officeart/2009/3/layout/CircleRelationship"/>
    <dgm:cxn modelId="{17AB862D-F30D-4D46-81CA-2B8A320795E9}" type="presParOf" srcId="{6E22BB6A-1F0A-4985-B1EB-EFBABED761AE}" destId="{796F8865-ED16-45A4-A258-1DCFE62A7D69}" srcOrd="1" destOrd="0" presId="urn:microsoft.com/office/officeart/2009/3/layout/CircleRelationship"/>
    <dgm:cxn modelId="{A97346F4-17DA-4A3B-9E93-1DB5A4C830E4}" type="presParOf" srcId="{6E22BB6A-1F0A-4985-B1EB-EFBABED761AE}" destId="{39232697-BA3C-4D09-B816-A9FF94CAD469}" srcOrd="2" destOrd="0" presId="urn:microsoft.com/office/officeart/2009/3/layout/CircleRelationship"/>
    <dgm:cxn modelId="{0290F89C-C123-44F1-A83D-E21D579EF290}" type="presParOf" srcId="{6E22BB6A-1F0A-4985-B1EB-EFBABED761AE}" destId="{DC4A6B03-8FC9-43AF-B41F-FA93D97C19CA}" srcOrd="3" destOrd="0" presId="urn:microsoft.com/office/officeart/2009/3/layout/CircleRelationship"/>
    <dgm:cxn modelId="{E44E84AA-7D30-42E2-B8EB-62FE8F033E42}" type="presParOf" srcId="{6E22BB6A-1F0A-4985-B1EB-EFBABED761AE}" destId="{A5D3CA17-BF60-4DD9-9C67-B98567A5B0E9}" srcOrd="4" destOrd="0" presId="urn:microsoft.com/office/officeart/2009/3/layout/CircleRelationship"/>
    <dgm:cxn modelId="{92FEEDF5-CBDB-4F83-8EF1-CD02AC2ACDE7}" type="presParOf" srcId="{6E22BB6A-1F0A-4985-B1EB-EFBABED761AE}" destId="{E6D68845-5B6F-4E95-A2C1-3AE4128AF22F}" srcOrd="5" destOrd="0" presId="urn:microsoft.com/office/officeart/2009/3/layout/CircleRelationship"/>
    <dgm:cxn modelId="{17A78155-85FD-4D0B-9AB0-8DE9EA088E1F}" type="presParOf" srcId="{6E22BB6A-1F0A-4985-B1EB-EFBABED761AE}" destId="{F700F7EE-F6E6-48D1-8354-FBD3CA39575B}" srcOrd="6" destOrd="0" presId="urn:microsoft.com/office/officeart/2009/3/layout/CircleRelationship"/>
    <dgm:cxn modelId="{D0077F38-F0AA-4C22-B3E4-DEDB36A14642}" type="presParOf" srcId="{6E22BB6A-1F0A-4985-B1EB-EFBABED761AE}" destId="{7656B10C-995F-4A88-BB0A-E9732729FFC7}" srcOrd="7" destOrd="0" presId="urn:microsoft.com/office/officeart/2009/3/layout/CircleRelationship"/>
    <dgm:cxn modelId="{84031A52-89AB-4D59-BC33-322B6F512DB3}" type="presParOf" srcId="{7656B10C-995F-4A88-BB0A-E9732729FFC7}" destId="{1FFB4967-16E2-48AF-A8DE-BF80604CE489}" srcOrd="0" destOrd="0" presId="urn:microsoft.com/office/officeart/2009/3/layout/CircleRelationship"/>
    <dgm:cxn modelId="{2F97DBA4-451A-484F-B841-7F455EF1EC37}" type="presParOf" srcId="{6E22BB6A-1F0A-4985-B1EB-EFBABED761AE}" destId="{CAF9BBE1-AF0B-4628-968D-14A07DD927CE}" srcOrd="8" destOrd="0" presId="urn:microsoft.com/office/officeart/2009/3/layout/CircleRelationship"/>
    <dgm:cxn modelId="{EA7B5C38-5FF5-4E49-9CB2-9B9CBD152C3D}" type="presParOf" srcId="{CAF9BBE1-AF0B-4628-968D-14A07DD927CE}" destId="{F6EED3DF-2439-4D97-B842-EE1237EF1070}" srcOrd="0" destOrd="0" presId="urn:microsoft.com/office/officeart/2009/3/layout/CircleRelationship"/>
    <dgm:cxn modelId="{4E2704CA-F0A1-4DC2-986C-F8F2159F61E5}" type="presParOf" srcId="{6E22BB6A-1F0A-4985-B1EB-EFBABED761AE}" destId="{3A39E8BA-A994-4759-A71C-DF242F9DB1C2}" srcOrd="9" destOrd="0" presId="urn:microsoft.com/office/officeart/2009/3/layout/CircleRelationship"/>
    <dgm:cxn modelId="{D543824C-A3C5-4C8F-80FD-196B8429C287}" type="presParOf" srcId="{6E22BB6A-1F0A-4985-B1EB-EFBABED761AE}" destId="{5D4B08E8-3F54-42E5-8882-23267EFB2F3A}" srcOrd="10" destOrd="0" presId="urn:microsoft.com/office/officeart/2009/3/layout/CircleRelationship"/>
    <dgm:cxn modelId="{D3892BBB-3ADD-4BA3-B176-8440CCA3A250}" type="presParOf" srcId="{5D4B08E8-3F54-42E5-8882-23267EFB2F3A}" destId="{8BBB2EF8-4860-45A7-91C3-EEA82493BC3F}" srcOrd="0" destOrd="0" presId="urn:microsoft.com/office/officeart/2009/3/layout/CircleRelationship"/>
    <dgm:cxn modelId="{B0F321D3-F0EE-4C4B-A9C3-525CCDA63082}" type="presParOf" srcId="{6E22BB6A-1F0A-4985-B1EB-EFBABED761AE}" destId="{7CF6B9A2-3FF7-4316-8074-CE62505E24E9}" srcOrd="11" destOrd="0" presId="urn:microsoft.com/office/officeart/2009/3/layout/CircleRelationship"/>
    <dgm:cxn modelId="{898D550A-83D7-4319-9A9E-9479FC71832F}" type="presParOf" srcId="{7CF6B9A2-3FF7-4316-8074-CE62505E24E9}" destId="{D0C0F1ED-251F-4D3D-B1C9-479F60BA8D1C}" srcOrd="0" destOrd="0" presId="urn:microsoft.com/office/officeart/2009/3/layout/CircleRelationship"/>
    <dgm:cxn modelId="{91779DC3-51D9-48B9-8031-461C55A6CDCC}" type="presParOf" srcId="{6E22BB6A-1F0A-4985-B1EB-EFBABED761AE}" destId="{094E6C1D-1C55-4666-A5DE-91FF4319EE1C}" srcOrd="12" destOrd="0" presId="urn:microsoft.com/office/officeart/2009/3/layout/CircleRelationship"/>
    <dgm:cxn modelId="{53859BEB-A75F-4B8D-B8C0-28298CCF47D9}" type="presParOf" srcId="{094E6C1D-1C55-4666-A5DE-91FF4319EE1C}" destId="{24C4FEFD-934C-4A98-B127-7E7D4348807C}" srcOrd="0" destOrd="0" presId="urn:microsoft.com/office/officeart/2009/3/layout/CircleRelationship"/>
    <dgm:cxn modelId="{A8325ECB-F674-43B7-AA39-9D0FE1BD05EF}" type="presParOf" srcId="{6E22BB6A-1F0A-4985-B1EB-EFBABED761AE}" destId="{D6341C67-A25E-4FC6-89C3-C3327C98C488}" srcOrd="13" destOrd="0" presId="urn:microsoft.com/office/officeart/2009/3/layout/CircleRelationship"/>
    <dgm:cxn modelId="{377D7583-3273-4A9E-9B2B-2428591B645F}" type="presParOf" srcId="{6E22BB6A-1F0A-4985-B1EB-EFBABED761AE}" destId="{29A25057-876C-402E-99CB-7F14CFDD9CE2}" srcOrd="14" destOrd="0" presId="urn:microsoft.com/office/officeart/2009/3/layout/CircleRelationship"/>
    <dgm:cxn modelId="{676313B2-357C-4F7A-BE36-FF8C5027C40F}" type="presParOf" srcId="{29A25057-876C-402E-99CB-7F14CFDD9CE2}" destId="{5B314132-C04E-42EE-A050-F77CC65A9623}" srcOrd="0" destOrd="0" presId="urn:microsoft.com/office/officeart/2009/3/layout/CircleRelationship"/>
    <dgm:cxn modelId="{1CAAB7ED-EFD5-499A-A724-82A0F87B6B7A}" type="presParOf" srcId="{6E22BB6A-1F0A-4985-B1EB-EFBABED761AE}" destId="{23AAAC91-6CB2-4FE6-A627-9ED8F95A62F6}" srcOrd="15" destOrd="0" presId="urn:microsoft.com/office/officeart/2009/3/layout/CircleRelationship"/>
    <dgm:cxn modelId="{FBA3B44A-99BD-41F4-98B5-CD78ACF97B51}" type="presParOf" srcId="{6E22BB6A-1F0A-4985-B1EB-EFBABED761AE}" destId="{300FAE57-6E41-49BE-8969-D29D62FB7A72}" srcOrd="16" destOrd="0" presId="urn:microsoft.com/office/officeart/2009/3/layout/CircleRelationship"/>
    <dgm:cxn modelId="{141B1509-584E-4BF0-A7D8-90C43003B1F8}" type="presParOf" srcId="{300FAE57-6E41-49BE-8969-D29D62FB7A72}" destId="{3CBA349B-1BC2-4BA8-967A-319296849065}" srcOrd="0" destOrd="0" presId="urn:microsoft.com/office/officeart/2009/3/layout/CircleRelationship"/>
    <dgm:cxn modelId="{8321B81E-82E2-4CE3-9FD7-CD8213E8ED38}" type="presParOf" srcId="{6E22BB6A-1F0A-4985-B1EB-EFBABED761AE}" destId="{DA021943-1625-46A1-89CE-EFCF97FFEE72}" srcOrd="17" destOrd="0" presId="urn:microsoft.com/office/officeart/2009/3/layout/CircleRelationship"/>
    <dgm:cxn modelId="{477100F0-FE57-4D58-83D0-5E2B16961334}" type="presParOf" srcId="{6E22BB6A-1F0A-4985-B1EB-EFBABED761AE}" destId="{96607689-00A3-446D-8F40-96DE57D9ACD3}" srcOrd="18" destOrd="0" presId="urn:microsoft.com/office/officeart/2009/3/layout/CircleRelationship"/>
    <dgm:cxn modelId="{1EA4572E-AE99-4EBA-BB22-D20E5847780D}" type="presParOf" srcId="{96607689-00A3-446D-8F40-96DE57D9ACD3}" destId="{DEA4930A-6C49-492C-9C8C-FED7AEB6B544}" srcOrd="0" destOrd="0" presId="urn:microsoft.com/office/officeart/2009/3/layout/CircleRelationship"/>
    <dgm:cxn modelId="{E2A1DE18-E5C2-4B79-9130-F27C866D91BA}" type="presParOf" srcId="{6E22BB6A-1F0A-4985-B1EB-EFBABED761AE}" destId="{BADAEDE5-C9D1-4B39-8123-89CEEC1A4F78}" srcOrd="19" destOrd="0" presId="urn:microsoft.com/office/officeart/2009/3/layout/CircleRelationship"/>
    <dgm:cxn modelId="{2D019A95-9915-4B23-9FB2-10178BE26AA6}" type="presParOf" srcId="{BADAEDE5-C9D1-4B39-8123-89CEEC1A4F78}" destId="{4B1739D2-570A-4D79-A017-4D3B3F908B38}" srcOrd="0" destOrd="0" presId="urn:microsoft.com/office/officeart/2009/3/layout/CircleRelationship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9D9E33-55B8-4CB9-984E-BC8C5B3393C2}">
      <dsp:nvSpPr>
        <dsp:cNvPr id="0" name=""/>
        <dsp:cNvSpPr/>
      </dsp:nvSpPr>
      <dsp:spPr>
        <a:xfrm>
          <a:off x="2261491" y="830733"/>
          <a:ext cx="2437328" cy="2437747"/>
        </a:xfrm>
        <a:prstGeom prst="ellipse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800" kern="1200" dirty="0" smtClean="0">
              <a:solidFill>
                <a:schemeClr val="bg1"/>
              </a:solidFill>
              <a:latin typeface="-윤고딕350" pitchFamily="18" charset="-127"/>
              <a:ea typeface="-윤고딕350" pitchFamily="18" charset="-127"/>
            </a:rPr>
            <a:t>재미</a:t>
          </a:r>
          <a:endParaRPr lang="ko-KR" altLang="en-US" sz="2800" kern="1200" dirty="0">
            <a:solidFill>
              <a:schemeClr val="bg1"/>
            </a:solidFill>
            <a:latin typeface="-윤고딕350" pitchFamily="18" charset="-127"/>
            <a:ea typeface="-윤고딕350" pitchFamily="18" charset="-127"/>
          </a:endParaRPr>
        </a:p>
      </dsp:txBody>
      <dsp:txXfrm>
        <a:off x="2618429" y="1187733"/>
        <a:ext cx="1723452" cy="1723747"/>
      </dsp:txXfrm>
    </dsp:sp>
    <dsp:sp modelId="{796F8865-ED16-45A4-A258-1DCFE62A7D69}">
      <dsp:nvSpPr>
        <dsp:cNvPr id="0" name=""/>
        <dsp:cNvSpPr/>
      </dsp:nvSpPr>
      <dsp:spPr>
        <a:xfrm>
          <a:off x="3010938" y="3087261"/>
          <a:ext cx="196486" cy="196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232697-BA3C-4D09-B816-A9FF94CAD469}">
      <dsp:nvSpPr>
        <dsp:cNvPr id="0" name=""/>
        <dsp:cNvSpPr/>
      </dsp:nvSpPr>
      <dsp:spPr>
        <a:xfrm>
          <a:off x="4855808" y="1820033"/>
          <a:ext cx="196486" cy="196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4A6B03-8FC9-43AF-B41F-FA93D97C19CA}">
      <dsp:nvSpPr>
        <dsp:cNvPr id="0" name=""/>
        <dsp:cNvSpPr/>
      </dsp:nvSpPr>
      <dsp:spPr>
        <a:xfrm>
          <a:off x="3916874" y="3296360"/>
          <a:ext cx="270980" cy="2713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3CA17-BF60-4DD9-9C67-B98567A5B0E9}">
      <dsp:nvSpPr>
        <dsp:cNvPr id="0" name=""/>
        <dsp:cNvSpPr/>
      </dsp:nvSpPr>
      <dsp:spPr>
        <a:xfrm>
          <a:off x="3065934" y="1104740"/>
          <a:ext cx="196486" cy="196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68845-5B6F-4E95-A2C1-3AE4128AF22F}">
      <dsp:nvSpPr>
        <dsp:cNvPr id="0" name=""/>
        <dsp:cNvSpPr/>
      </dsp:nvSpPr>
      <dsp:spPr>
        <a:xfrm>
          <a:off x="2447478" y="2229083"/>
          <a:ext cx="196486" cy="196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00F7EE-F6E6-48D1-8354-FBD3CA39575B}">
      <dsp:nvSpPr>
        <dsp:cNvPr id="0" name=""/>
        <dsp:cNvSpPr/>
      </dsp:nvSpPr>
      <dsp:spPr>
        <a:xfrm>
          <a:off x="1232732" y="1003869"/>
          <a:ext cx="1524555" cy="1524729"/>
        </a:xfrm>
        <a:prstGeom prst="ellipse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400" kern="1200" dirty="0" smtClean="0">
              <a:solidFill>
                <a:schemeClr val="bg1"/>
              </a:solidFill>
              <a:latin typeface="-윤고딕350" pitchFamily="18" charset="-127"/>
              <a:ea typeface="-윤고딕350" pitchFamily="18" charset="-127"/>
            </a:rPr>
            <a:t>지식</a:t>
          </a:r>
          <a:endParaRPr lang="ko-KR" altLang="en-US" sz="2400" kern="1200" dirty="0">
            <a:solidFill>
              <a:schemeClr val="bg1"/>
            </a:solidFill>
            <a:latin typeface="-윤고딕350" pitchFamily="18" charset="-127"/>
            <a:ea typeface="-윤고딕350" pitchFamily="18" charset="-127"/>
          </a:endParaRPr>
        </a:p>
      </dsp:txBody>
      <dsp:txXfrm>
        <a:off x="1455998" y="1227160"/>
        <a:ext cx="1078023" cy="1078147"/>
      </dsp:txXfrm>
    </dsp:sp>
    <dsp:sp modelId="{1FFB4967-16E2-48AF-A8DE-BF80604CE489}">
      <dsp:nvSpPr>
        <dsp:cNvPr id="0" name=""/>
        <dsp:cNvSpPr/>
      </dsp:nvSpPr>
      <dsp:spPr>
        <a:xfrm>
          <a:off x="3378412" y="1113452"/>
          <a:ext cx="270980" cy="2713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ED3DF-2439-4D97-B842-EE1237EF1070}">
      <dsp:nvSpPr>
        <dsp:cNvPr id="0" name=""/>
        <dsp:cNvSpPr/>
      </dsp:nvSpPr>
      <dsp:spPr>
        <a:xfrm>
          <a:off x="1593038" y="2551880"/>
          <a:ext cx="489965" cy="49007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9E8BA-A994-4759-A71C-DF242F9DB1C2}">
      <dsp:nvSpPr>
        <dsp:cNvPr id="0" name=""/>
        <dsp:cNvSpPr/>
      </dsp:nvSpPr>
      <dsp:spPr>
        <a:xfrm>
          <a:off x="4949302" y="804596"/>
          <a:ext cx="990930" cy="9910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kern="1200" dirty="0" smtClean="0">
              <a:latin typeface="-윤고딕350" pitchFamily="18" charset="-127"/>
              <a:ea typeface="-윤고딕350" pitchFamily="18" charset="-127"/>
            </a:rPr>
            <a:t>고비용</a:t>
          </a:r>
          <a:r>
            <a:rPr lang="en-US" altLang="ko-KR" sz="1600" kern="1200" dirty="0" smtClean="0">
              <a:latin typeface="-윤고딕350" pitchFamily="18" charset="-127"/>
              <a:ea typeface="-윤고딕350" pitchFamily="18" charset="-127"/>
            </a:rPr>
            <a:t>PT</a:t>
          </a:r>
          <a:endParaRPr lang="ko-KR" altLang="en-US" sz="1600" kern="1200" dirty="0">
            <a:latin typeface="-윤고딕350" pitchFamily="18" charset="-127"/>
            <a:ea typeface="-윤고딕350" pitchFamily="18" charset="-127"/>
          </a:endParaRPr>
        </a:p>
      </dsp:txBody>
      <dsp:txXfrm>
        <a:off x="5094420" y="949731"/>
        <a:ext cx="700694" cy="700772"/>
      </dsp:txXfrm>
    </dsp:sp>
    <dsp:sp modelId="{8BBB2EF8-4860-45A7-91C3-EEA82493BC3F}">
      <dsp:nvSpPr>
        <dsp:cNvPr id="0" name=""/>
        <dsp:cNvSpPr/>
      </dsp:nvSpPr>
      <dsp:spPr>
        <a:xfrm>
          <a:off x="4506833" y="1488524"/>
          <a:ext cx="270980" cy="2713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C0F1ED-251F-4D3D-B1C9-479F60BA8D1C}">
      <dsp:nvSpPr>
        <dsp:cNvPr id="0" name=""/>
        <dsp:cNvSpPr/>
      </dsp:nvSpPr>
      <dsp:spPr>
        <a:xfrm>
          <a:off x="1406551" y="3135180"/>
          <a:ext cx="196486" cy="196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4FEFD-934C-4A98-B127-7E7D4348807C}">
      <dsp:nvSpPr>
        <dsp:cNvPr id="0" name=""/>
        <dsp:cNvSpPr/>
      </dsp:nvSpPr>
      <dsp:spPr>
        <a:xfrm>
          <a:off x="3364413" y="2855510"/>
          <a:ext cx="196486" cy="196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41C67-A25E-4FC6-89C3-C3327C98C488}">
      <dsp:nvSpPr>
        <dsp:cNvPr id="0" name=""/>
        <dsp:cNvSpPr/>
      </dsp:nvSpPr>
      <dsp:spPr>
        <a:xfrm>
          <a:off x="5415269" y="2517030"/>
          <a:ext cx="990930" cy="9910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kern="1200" dirty="0" smtClean="0">
              <a:latin typeface="-윤고딕350" pitchFamily="18" charset="-127"/>
              <a:ea typeface="-윤고딕350" pitchFamily="18" charset="-127"/>
            </a:rPr>
            <a:t>시간</a:t>
          </a:r>
          <a:endParaRPr lang="ko-KR" altLang="en-US" sz="1600" kern="1200" dirty="0">
            <a:latin typeface="-윤고딕350" pitchFamily="18" charset="-127"/>
            <a:ea typeface="-윤고딕350" pitchFamily="18" charset="-127"/>
          </a:endParaRPr>
        </a:p>
      </dsp:txBody>
      <dsp:txXfrm>
        <a:off x="5560387" y="2662165"/>
        <a:ext cx="700694" cy="700772"/>
      </dsp:txXfrm>
    </dsp:sp>
    <dsp:sp modelId="{5B314132-C04E-42EE-A050-F77CC65A9623}">
      <dsp:nvSpPr>
        <dsp:cNvPr id="0" name=""/>
        <dsp:cNvSpPr/>
      </dsp:nvSpPr>
      <dsp:spPr>
        <a:xfrm>
          <a:off x="5135789" y="2482616"/>
          <a:ext cx="196486" cy="196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AAC91-6CB2-4FE6-A627-9ED8F95A62F6}">
      <dsp:nvSpPr>
        <dsp:cNvPr id="0" name=""/>
        <dsp:cNvSpPr/>
      </dsp:nvSpPr>
      <dsp:spPr>
        <a:xfrm>
          <a:off x="2570969" y="3365189"/>
          <a:ext cx="990930" cy="9910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kern="1200" dirty="0" smtClean="0">
              <a:latin typeface="-윤고딕350" pitchFamily="18" charset="-127"/>
              <a:ea typeface="-윤고딕350" pitchFamily="18" charset="-127"/>
            </a:rPr>
            <a:t>귀찮음</a:t>
          </a:r>
          <a:endParaRPr lang="ko-KR" altLang="en-US" sz="1600" kern="1200" dirty="0">
            <a:latin typeface="-윤고딕350" pitchFamily="18" charset="-127"/>
            <a:ea typeface="-윤고딕350" pitchFamily="18" charset="-127"/>
          </a:endParaRPr>
        </a:p>
      </dsp:txBody>
      <dsp:txXfrm>
        <a:off x="2716087" y="3510324"/>
        <a:ext cx="700694" cy="700772"/>
      </dsp:txXfrm>
    </dsp:sp>
    <dsp:sp modelId="{3CBA349B-1BC2-4BA8-967A-319296849065}">
      <dsp:nvSpPr>
        <dsp:cNvPr id="0" name=""/>
        <dsp:cNvSpPr/>
      </dsp:nvSpPr>
      <dsp:spPr>
        <a:xfrm>
          <a:off x="3455907" y="3331646"/>
          <a:ext cx="196486" cy="196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21943-1625-46A1-89CE-EFCF97FFEE72}">
      <dsp:nvSpPr>
        <dsp:cNvPr id="0" name=""/>
        <dsp:cNvSpPr/>
      </dsp:nvSpPr>
      <dsp:spPr>
        <a:xfrm>
          <a:off x="3515903" y="0"/>
          <a:ext cx="990930" cy="9910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kern="1200" dirty="0" err="1" smtClean="0">
              <a:latin typeface="-윤고딕350" pitchFamily="18" charset="-127"/>
              <a:ea typeface="-윤고딕350" pitchFamily="18" charset="-127"/>
            </a:rPr>
            <a:t>같이할사람</a:t>
          </a:r>
          <a:endParaRPr lang="ko-KR" altLang="en-US" sz="1600" kern="1200" dirty="0">
            <a:latin typeface="-윤고딕350" pitchFamily="18" charset="-127"/>
            <a:ea typeface="-윤고딕350" pitchFamily="18" charset="-127"/>
          </a:endParaRPr>
        </a:p>
      </dsp:txBody>
      <dsp:txXfrm>
        <a:off x="3661021" y="145135"/>
        <a:ext cx="700694" cy="700772"/>
      </dsp:txXfrm>
    </dsp:sp>
    <dsp:sp modelId="{DEA4930A-6C49-492C-9C8C-FED7AEB6B544}">
      <dsp:nvSpPr>
        <dsp:cNvPr id="0" name=""/>
        <dsp:cNvSpPr/>
      </dsp:nvSpPr>
      <dsp:spPr>
        <a:xfrm>
          <a:off x="2293989" y="1074246"/>
          <a:ext cx="196486" cy="196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1739D2-570A-4D79-A017-4D3B3F908B38}">
      <dsp:nvSpPr>
        <dsp:cNvPr id="0" name=""/>
        <dsp:cNvSpPr/>
      </dsp:nvSpPr>
      <dsp:spPr>
        <a:xfrm>
          <a:off x="4581828" y="243948"/>
          <a:ext cx="196486" cy="196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797" y="1"/>
            <a:ext cx="430154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345464-7D2B-4719-AE34-2A2BA1DEDB1A}" type="datetimeFigureOut">
              <a:rPr lang="ko-KR" altLang="en-US" smtClean="0"/>
              <a:t>2018-03-09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797" y="6456612"/>
            <a:ext cx="430154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C6F8B-6764-4B77-88C4-9FA7E368FB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0168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7" y="1"/>
            <a:ext cx="430154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7E2F85-4F45-4B93-8E00-C9FB8B23CFA7}" type="datetimeFigureOut">
              <a:rPr lang="ko-KR" altLang="en-US" smtClean="0"/>
              <a:t>2018-03-09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5" y="3228897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7" y="6456612"/>
            <a:ext cx="430154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2F50-87A1-46BE-AEFA-2A2D84BE0D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369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안녕하십니까</a:t>
            </a:r>
            <a:r>
              <a:rPr lang="en-US" altLang="ko-KR" dirty="0" smtClean="0"/>
              <a:t>. </a:t>
            </a:r>
            <a:r>
              <a:rPr lang="ko-KR" altLang="en-US" dirty="0" smtClean="0"/>
              <a:t>다이어트 도우미 </a:t>
            </a:r>
            <a:r>
              <a:rPr lang="ko-KR" altLang="en-US" dirty="0" err="1" smtClean="0"/>
              <a:t>체대남친의</a:t>
            </a:r>
            <a:r>
              <a:rPr lang="ko-KR" altLang="en-US" baseline="0" dirty="0" smtClean="0"/>
              <a:t> 발표를 맡은 배성원입니다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342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63900" y="509588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몸을 만드는데 있어 방해요소는 매우 많습니다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우리는 </a:t>
            </a:r>
            <a:r>
              <a:rPr lang="ko-KR" altLang="en-US" dirty="0" err="1" smtClean="0"/>
              <a:t>그중에서</a:t>
            </a:r>
            <a:r>
              <a:rPr lang="ko-KR" altLang="en-US" dirty="0" smtClean="0"/>
              <a:t> 지식과</a:t>
            </a:r>
            <a:r>
              <a:rPr lang="en-US" altLang="ko-KR" dirty="0" smtClean="0"/>
              <a:t>,</a:t>
            </a:r>
            <a:r>
              <a:rPr lang="ko-KR" altLang="en-US" dirty="0" smtClean="0"/>
              <a:t> 재미</a:t>
            </a:r>
            <a:r>
              <a:rPr lang="en-US" altLang="ko-KR" dirty="0" smtClean="0"/>
              <a:t>.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이</a:t>
            </a:r>
            <a:r>
              <a:rPr lang="ko-KR" altLang="en-US" dirty="0" smtClean="0"/>
              <a:t>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가지 포인트에 집중해서 문제를 풀려고 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아는것이</a:t>
            </a:r>
            <a:r>
              <a:rPr lang="ko-KR" altLang="en-US" dirty="0" smtClean="0"/>
              <a:t> 없기 때문에 </a:t>
            </a:r>
            <a:r>
              <a:rPr lang="ko-KR" altLang="en-US" dirty="0" err="1" smtClean="0"/>
              <a:t>똑같은것만</a:t>
            </a:r>
            <a:r>
              <a:rPr lang="ko-KR" altLang="en-US" dirty="0" smtClean="0"/>
              <a:t> 반복하고 그러면 효과를 보지 못해서 재미가 없고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재미가 없기 때문에 배우려고 하지 않는 악순환을 끊고자 합니다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141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제가 만들고 싶은 서비스입니다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유저는 실제</a:t>
            </a:r>
            <a:r>
              <a:rPr lang="ko-KR" altLang="en-US" baseline="0" dirty="0" smtClean="0"/>
              <a:t> 자기</a:t>
            </a:r>
            <a:r>
              <a:rPr lang="ko-KR" altLang="en-US" dirty="0" smtClean="0"/>
              <a:t> 자신을 반영한 캐릭터를 만듭니다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그리고 헬스대륙을 탐험하면서 배우고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미션을 해결하고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포인트를</a:t>
            </a:r>
            <a:r>
              <a:rPr lang="ko-KR" altLang="en-US" baseline="0" dirty="0" smtClean="0"/>
              <a:t> 얻으면서</a:t>
            </a:r>
            <a:endParaRPr lang="en-US" altLang="ko-KR" baseline="0" dirty="0" smtClean="0"/>
          </a:p>
          <a:p>
            <a:r>
              <a:rPr lang="ko-KR" altLang="en-US" baseline="0" dirty="0" smtClean="0"/>
              <a:t>실제의 나와 온라인의 내가 서로가 서로를 키워주는 시스템입니다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dirty="0" smtClean="0"/>
              <a:t>그리고 내가 선택한 코치에게 모르는 건 물어볼 수 있고 언제나 나를 </a:t>
            </a:r>
            <a:r>
              <a:rPr lang="ko-KR" altLang="en-US" dirty="0" err="1" smtClean="0"/>
              <a:t>지켜봐줍니다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840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63900" y="509588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저 플랫폼이 닭이라면 지금은 병아리 수준입니다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아융팩을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시작할때는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카카오톡과</a:t>
            </a:r>
            <a:r>
              <a:rPr lang="ko-KR" altLang="en-US" dirty="0" smtClean="0"/>
              <a:t> 엑셀로 했는데 </a:t>
            </a:r>
            <a:r>
              <a:rPr lang="ko-KR" altLang="en-US" dirty="0" err="1" smtClean="0"/>
              <a:t>아융팩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기간동안</a:t>
            </a:r>
            <a:r>
              <a:rPr lang="ko-KR" altLang="en-US" dirty="0" smtClean="0"/>
              <a:t> 홈페이지를 만들었습니다</a:t>
            </a:r>
            <a:r>
              <a:rPr lang="en-US" altLang="ko-KR" dirty="0" smtClean="0"/>
              <a:t>.</a:t>
            </a:r>
          </a:p>
          <a:p>
            <a:r>
              <a:rPr lang="ko-KR" altLang="en-US" baseline="0" dirty="0" smtClean="0"/>
              <a:t>홈페이지에서 유저는</a:t>
            </a:r>
            <a:r>
              <a:rPr lang="ko-KR" altLang="en-US" dirty="0" smtClean="0"/>
              <a:t> 나의 현재 몸에서 </a:t>
            </a:r>
            <a:r>
              <a:rPr lang="ko-KR" altLang="en-US" baseline="0" dirty="0" smtClean="0"/>
              <a:t>목표하는 몸이 </a:t>
            </a:r>
            <a:r>
              <a:rPr lang="ko-KR" altLang="en-US" baseline="0" dirty="0" err="1" smtClean="0"/>
              <a:t>될려면</a:t>
            </a:r>
            <a:endParaRPr lang="en-US" altLang="ko-KR" baseline="0" dirty="0" smtClean="0"/>
          </a:p>
          <a:p>
            <a:r>
              <a:rPr lang="ko-KR" altLang="en-US" baseline="0" dirty="0" smtClean="0"/>
              <a:t>기초대사량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활동대사량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권장 섭취량이 얼마고  </a:t>
            </a:r>
            <a:r>
              <a:rPr lang="ko-KR" altLang="en-US" baseline="0" dirty="0" err="1" smtClean="0"/>
              <a:t>어느정도의</a:t>
            </a:r>
            <a:r>
              <a:rPr lang="ko-KR" altLang="en-US" baseline="0" dirty="0" smtClean="0"/>
              <a:t> 시간이 걸리는지 알려주는 </a:t>
            </a:r>
            <a:r>
              <a:rPr lang="ko-KR" altLang="en-US" baseline="0" dirty="0" err="1" smtClean="0"/>
              <a:t>원페이지</a:t>
            </a:r>
            <a:r>
              <a:rPr lang="ko-KR" altLang="en-US" baseline="0" dirty="0" smtClean="0"/>
              <a:t> 리포트를 받아볼 수 있습니다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dirty="0" smtClean="0"/>
              <a:t>그리고 기존에 만들어놨던 </a:t>
            </a:r>
            <a:r>
              <a:rPr lang="ko-KR" altLang="en-US" dirty="0" err="1" smtClean="0"/>
              <a:t>콘텐츠들을</a:t>
            </a:r>
            <a:r>
              <a:rPr lang="ko-KR" altLang="en-US" dirty="0" smtClean="0"/>
              <a:t>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언제</a:t>
            </a:r>
            <a:r>
              <a:rPr lang="en-US" altLang="ko-KR" dirty="0" smtClean="0"/>
              <a:t>’</a:t>
            </a:r>
            <a:r>
              <a:rPr lang="ko-KR" altLang="en-US" dirty="0" smtClean="0"/>
              <a:t> 접해야 가장 </a:t>
            </a:r>
            <a:r>
              <a:rPr lang="ko-KR" altLang="en-US" dirty="0" err="1" smtClean="0"/>
              <a:t>와닿게</a:t>
            </a:r>
            <a:r>
              <a:rPr lang="ko-KR" altLang="en-US" dirty="0" smtClean="0"/>
              <a:t> 느껴질까를 연구하여 커리큘럼을 짰습니다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 다음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각각에 대해 </a:t>
            </a:r>
            <a:r>
              <a:rPr lang="ko-KR" altLang="en-US" dirty="0" err="1" smtClean="0"/>
              <a:t>유저별로</a:t>
            </a:r>
            <a:r>
              <a:rPr lang="ko-KR" altLang="en-US" dirty="0" smtClean="0"/>
              <a:t> 관리자와 소통할 수 있는 </a:t>
            </a:r>
            <a:r>
              <a:rPr lang="ko-KR" altLang="en-US" dirty="0" err="1" smtClean="0"/>
              <a:t>대쉬보드를</a:t>
            </a:r>
            <a:r>
              <a:rPr lang="ko-KR" altLang="en-US" dirty="0" smtClean="0"/>
              <a:t> 만들었습니다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141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63900" y="509588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또한 자체 운영중인 헬스장에서는 일반회원의 </a:t>
            </a:r>
            <a:r>
              <a:rPr lang="en-US" altLang="ko-KR" dirty="0" smtClean="0"/>
              <a:t>3</a:t>
            </a:r>
            <a:r>
              <a:rPr lang="ko-KR" altLang="en-US" dirty="0" smtClean="0"/>
              <a:t>배 가격으로 게임화가 입혀진 회원권을 만들어서</a:t>
            </a:r>
            <a:endParaRPr lang="en-US" altLang="ko-KR" dirty="0" smtClean="0"/>
          </a:p>
          <a:p>
            <a:r>
              <a:rPr lang="ko-KR" altLang="en-US" dirty="0" smtClean="0"/>
              <a:t>수많은 가설에 대한 실험과 검증을 하고 데이터를 쌓았습니다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보시는 것처럼 레벨 테스트결과에 따른 등급이 있고 각종 </a:t>
            </a:r>
            <a:r>
              <a:rPr lang="ko-KR" altLang="en-US" dirty="0" err="1" smtClean="0"/>
              <a:t>퀘스트를</a:t>
            </a:r>
            <a:r>
              <a:rPr lang="ko-KR" altLang="en-US" dirty="0" smtClean="0"/>
              <a:t> 하며   열심히 할수록</a:t>
            </a:r>
            <a:r>
              <a:rPr lang="ko-KR" altLang="en-US" baseline="0" dirty="0" smtClean="0"/>
              <a:t> 가격이 더 싸지는 회원권이었습니다</a:t>
            </a:r>
            <a:r>
              <a:rPr lang="en-US" altLang="ko-KR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141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63900" y="509588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헬스장에 오면 자기 이름이 붙은 파일과 펜을 들고 다닙니다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트레이너의 감독하에 </a:t>
            </a:r>
            <a:r>
              <a:rPr lang="ko-KR" altLang="en-US" dirty="0" err="1" smtClean="0"/>
              <a:t>퀘스트를</a:t>
            </a:r>
            <a:r>
              <a:rPr lang="ko-KR" altLang="en-US" dirty="0" smtClean="0"/>
              <a:t> 하고 그 결과를 적습니다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체성분</a:t>
            </a:r>
            <a:r>
              <a:rPr lang="ko-KR" altLang="en-US" dirty="0" smtClean="0"/>
              <a:t> 변화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운동능력의 변화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심리의 변화들을 관찰했습니다</a:t>
            </a:r>
            <a:r>
              <a:rPr lang="en-US" altLang="ko-KR" baseline="0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신발장도 단순히 돈을 내고 사용 </a:t>
            </a:r>
            <a:r>
              <a:rPr lang="ko-KR" altLang="en-US" dirty="0" err="1" smtClean="0"/>
              <a:t>하는것이</a:t>
            </a:r>
            <a:r>
              <a:rPr lang="ko-KR" altLang="en-US" dirty="0" smtClean="0"/>
              <a:t> 아니라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러닝머신</a:t>
            </a:r>
            <a:r>
              <a:rPr lang="ko-KR" altLang="en-US" dirty="0" smtClean="0"/>
              <a:t> 기록으로 </a:t>
            </a:r>
            <a:r>
              <a:rPr lang="en-US" altLang="ko-KR" dirty="0" smtClean="0"/>
              <a:t>20</a:t>
            </a:r>
            <a:r>
              <a:rPr lang="ko-KR" altLang="en-US" dirty="0" err="1" smtClean="0"/>
              <a:t>등안에</a:t>
            </a:r>
            <a:r>
              <a:rPr lang="ko-KR" altLang="en-US" dirty="0" smtClean="0"/>
              <a:t> 들면 무료로 줬습니다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141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63900" y="509588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이건 경기장인데 매주 운동종목을 바꿔가며 회원들끼리 경쟁하는 겁니다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종목별 역대 </a:t>
            </a:r>
            <a:r>
              <a:rPr lang="en-US" altLang="ko-KR" dirty="0" smtClean="0"/>
              <a:t>1</a:t>
            </a:r>
            <a:r>
              <a:rPr lang="ko-KR" altLang="en-US" dirty="0" smtClean="0"/>
              <a:t>위들은 명예의 전당에 이름이 기록되었습니다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자기 </a:t>
            </a:r>
            <a:r>
              <a:rPr lang="en-US" altLang="ko-KR" dirty="0" smtClean="0"/>
              <a:t>1</a:t>
            </a:r>
            <a:r>
              <a:rPr lang="ko-KR" altLang="en-US" dirty="0" smtClean="0"/>
              <a:t>등 뺏기면 </a:t>
            </a:r>
            <a:r>
              <a:rPr lang="ko-KR" altLang="en-US" dirty="0" err="1" smtClean="0"/>
              <a:t>연락달라고</a:t>
            </a:r>
            <a:r>
              <a:rPr lang="ko-KR" altLang="en-US" dirty="0" smtClean="0"/>
              <a:t> 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악으로 깡으로 해내고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그럼 또 뺏긴 </a:t>
            </a:r>
            <a:r>
              <a:rPr lang="en-US" altLang="ko-KR" dirty="0" smtClean="0"/>
              <a:t>1</a:t>
            </a:r>
            <a:r>
              <a:rPr lang="ko-KR" altLang="en-US" dirty="0" smtClean="0"/>
              <a:t>등이 또 </a:t>
            </a:r>
            <a:r>
              <a:rPr lang="ko-KR" altLang="en-US" dirty="0" err="1" smtClean="0"/>
              <a:t>오고ㅋㅋ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재밌었습니다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141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63900" y="509588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이건 </a:t>
            </a:r>
            <a:r>
              <a:rPr lang="ko-KR" altLang="en-US" dirty="0" err="1" smtClean="0"/>
              <a:t>요일던전입니다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신체부위별로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난이도별로 운동들을 나눠서 하위단계를 다 깨야지 상위단계에 도전할 수 있게 함으로써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단계별로 깨나가는 재미를 부여했고</a:t>
            </a:r>
            <a:r>
              <a:rPr lang="en-US" altLang="ko-KR" dirty="0" smtClean="0"/>
              <a:t>,</a:t>
            </a:r>
            <a:r>
              <a:rPr lang="ko-KR" altLang="en-US" dirty="0" smtClean="0"/>
              <a:t> 자신의 능력에 맞지 않는 운동을</a:t>
            </a:r>
            <a:r>
              <a:rPr lang="ko-KR" altLang="en-US" baseline="0" dirty="0" smtClean="0"/>
              <a:t> 하지 못하도록 </a:t>
            </a:r>
            <a:r>
              <a:rPr lang="ko-KR" altLang="en-US" dirty="0" smtClean="0"/>
              <a:t>하였습니다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141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1</a:t>
            </a:r>
            <a:r>
              <a:rPr lang="ko-KR" altLang="en-US" dirty="0" smtClean="0"/>
              <a:t>회에 </a:t>
            </a:r>
            <a:r>
              <a:rPr lang="en-US" altLang="ko-KR" dirty="0" smtClean="0"/>
              <a:t>7</a:t>
            </a:r>
            <a:r>
              <a:rPr lang="ko-KR" altLang="en-US" dirty="0" err="1" smtClean="0"/>
              <a:t>만원하는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PT</a:t>
            </a:r>
            <a:r>
              <a:rPr lang="ko-KR" altLang="en-US" dirty="0" smtClean="0"/>
              <a:t>를 받고도 이렇게 변하기가 어려운데</a:t>
            </a:r>
            <a:endParaRPr lang="en-US" altLang="ko-KR" dirty="0" smtClean="0"/>
          </a:p>
          <a:p>
            <a:r>
              <a:rPr lang="ko-KR" altLang="en-US" dirty="0" err="1" smtClean="0"/>
              <a:t>체대남친</a:t>
            </a:r>
            <a:r>
              <a:rPr lang="ko-KR" altLang="en-US" dirty="0" smtClean="0"/>
              <a:t> 서비스는 </a:t>
            </a:r>
            <a:r>
              <a:rPr lang="en-US" altLang="ko-KR" dirty="0" smtClean="0"/>
              <a:t>100% </a:t>
            </a:r>
            <a:r>
              <a:rPr lang="ko-KR" altLang="en-US" dirty="0" smtClean="0"/>
              <a:t>온라인으로만 체지방률을 </a:t>
            </a:r>
            <a:r>
              <a:rPr lang="en-US" altLang="ko-KR" dirty="0" smtClean="0"/>
              <a:t>6%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빼면서 동시에 </a:t>
            </a:r>
            <a:r>
              <a:rPr lang="ko-KR" altLang="en-US" baseline="0" dirty="0" err="1" smtClean="0"/>
              <a:t>근육량은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1.1KG </a:t>
            </a:r>
            <a:r>
              <a:rPr lang="ko-KR" altLang="en-US" baseline="0" dirty="0" smtClean="0"/>
              <a:t>증가시켰습니다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무엇보다 몸에 </a:t>
            </a:r>
            <a:r>
              <a:rPr lang="ko-KR" altLang="en-US" baseline="0" dirty="0" err="1" smtClean="0"/>
              <a:t>안좋은</a:t>
            </a:r>
            <a:r>
              <a:rPr lang="ko-KR" altLang="en-US" baseline="0" dirty="0" smtClean="0"/>
              <a:t> 단기적인 다이어트가 아니라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운동에 흥미가 생기며 </a:t>
            </a:r>
            <a:r>
              <a:rPr lang="ko-KR" altLang="en-US" baseline="0" dirty="0" err="1" smtClean="0"/>
              <a:t>폭식증을</a:t>
            </a:r>
            <a:r>
              <a:rPr lang="ko-KR" altLang="en-US" baseline="0" dirty="0" smtClean="0"/>
              <a:t> 탈출하며 생리통도 사라지는</a:t>
            </a:r>
            <a:endParaRPr lang="en-US" altLang="ko-KR" baseline="0" dirty="0" smtClean="0"/>
          </a:p>
          <a:p>
            <a:r>
              <a:rPr lang="ko-KR" altLang="en-US" baseline="0" dirty="0" smtClean="0"/>
              <a:t>건강한 다이어트를 했다는데 그 의의가 더 큽니다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하지만</a:t>
            </a:r>
            <a:r>
              <a:rPr lang="en-US" altLang="ko-KR" baseline="0" dirty="0" smtClean="0"/>
              <a:t>…</a:t>
            </a:r>
            <a:r>
              <a:rPr lang="ko-KR" altLang="en-US" baseline="0" dirty="0" smtClean="0"/>
              <a:t>문제는 그렇게 되기까지 </a:t>
            </a:r>
            <a:r>
              <a:rPr lang="ko-KR" altLang="en-US" baseline="0" dirty="0" err="1" smtClean="0"/>
              <a:t>너무많은</a:t>
            </a:r>
            <a:r>
              <a:rPr lang="ko-KR" altLang="en-US" baseline="0" dirty="0" smtClean="0"/>
              <a:t> 노동력이 들었다는 겁니다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이것을 </a:t>
            </a:r>
            <a:r>
              <a:rPr lang="ko-KR" altLang="en-US" baseline="0" dirty="0" smtClean="0"/>
              <a:t>시스템화</a:t>
            </a:r>
            <a:r>
              <a:rPr lang="en-US" altLang="ko-KR" baseline="0" dirty="0" smtClean="0"/>
              <a:t>,</a:t>
            </a:r>
            <a:r>
              <a:rPr lang="ko-KR" altLang="en-US" baseline="0" dirty="0" smtClean="0"/>
              <a:t>데이터베이스화 </a:t>
            </a:r>
            <a:r>
              <a:rPr lang="ko-KR" altLang="en-US" baseline="0" dirty="0" smtClean="0"/>
              <a:t>시키는 것은 아직 숙제로 남아있습니다</a:t>
            </a:r>
            <a:r>
              <a:rPr lang="en-US" altLang="ko-KR" baseline="0" dirty="0" smtClean="0"/>
              <a:t>.</a:t>
            </a: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355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집안 </a:t>
            </a:r>
            <a:r>
              <a:rPr lang="ko-KR" altLang="en-US" dirty="0" smtClean="0"/>
              <a:t>사정이 안 좋아지면서 확실하고 안정적인 돈줄이 필요해졌습니다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그리고 다시 </a:t>
            </a:r>
            <a:r>
              <a:rPr lang="ko-KR" altLang="en-US" dirty="0" err="1" smtClean="0"/>
              <a:t>몰입할수</a:t>
            </a:r>
            <a:r>
              <a:rPr lang="ko-KR" altLang="en-US" dirty="0" smtClean="0"/>
              <a:t> 있는 환경이 되면 다시 헬스의 게임화를 진행하고자 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최근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개월 동안 일에 몰입 </a:t>
            </a:r>
            <a:r>
              <a:rPr lang="ko-KR" altLang="en-US" dirty="0" err="1" smtClean="0"/>
              <a:t>할수가</a:t>
            </a:r>
            <a:r>
              <a:rPr lang="ko-KR" altLang="en-US" dirty="0" smtClean="0"/>
              <a:t> 없어서 너무 힘들었습니다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그리고 그 동안에는 꾸준히 제 전공이지만 부족한 개발공부를 </a:t>
            </a:r>
            <a:r>
              <a:rPr lang="ko-KR" altLang="en-US" dirty="0" err="1" smtClean="0"/>
              <a:t>하고싶습니다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52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주변에 다이어트로 고민하시는 분이 있다면</a:t>
            </a:r>
            <a:endParaRPr lang="en-US" altLang="ko-KR" dirty="0" smtClean="0"/>
          </a:p>
          <a:p>
            <a:r>
              <a:rPr lang="ko-KR" altLang="en-US" dirty="0" err="1" smtClean="0"/>
              <a:t>카카오톡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체대남친이</a:t>
            </a:r>
            <a:r>
              <a:rPr lang="ko-KR" altLang="en-US" dirty="0" smtClean="0"/>
              <a:t> 무료로 상담해드립니다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지금 바로 </a:t>
            </a:r>
            <a:r>
              <a:rPr lang="ko-KR" altLang="en-US" dirty="0" err="1" smtClean="0"/>
              <a:t>친추해주세요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체대남친의</a:t>
            </a:r>
            <a:r>
              <a:rPr lang="ko-KR" altLang="en-US" dirty="0" smtClean="0"/>
              <a:t> 시작과 끝</a:t>
            </a:r>
            <a:r>
              <a:rPr lang="en-US" altLang="ko-KR" baseline="0" dirty="0" smtClean="0"/>
              <a:t> </a:t>
            </a:r>
            <a:r>
              <a:rPr lang="ko-KR" altLang="en-US" baseline="0" dirty="0" err="1" smtClean="0"/>
              <a:t>치읏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두개로</a:t>
            </a:r>
            <a:r>
              <a:rPr lang="ko-KR" altLang="en-US" baseline="0" dirty="0" smtClean="0"/>
              <a:t> 목마를 태워주고 있는 </a:t>
            </a:r>
            <a:r>
              <a:rPr lang="ko-KR" altLang="en-US" baseline="0" dirty="0" err="1" smtClean="0"/>
              <a:t>체대남친의</a:t>
            </a:r>
            <a:r>
              <a:rPr lang="ko-KR" altLang="en-US" baseline="0" dirty="0" smtClean="0"/>
              <a:t> 이야기였습니다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감사합니다</a:t>
            </a:r>
            <a:r>
              <a:rPr lang="en-US" altLang="ko-KR" baseline="0" dirty="0" smtClean="0"/>
              <a:t>.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244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53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63900" y="509588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사람들을 운동시키기 위해 </a:t>
            </a:r>
            <a:r>
              <a:rPr lang="ko-KR" altLang="en-US" dirty="0" err="1" smtClean="0"/>
              <a:t>헬스계는</a:t>
            </a:r>
            <a:r>
              <a:rPr lang="ko-KR" altLang="en-US" dirty="0" smtClean="0"/>
              <a:t> 계속 발전하고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먼저</a:t>
            </a:r>
            <a:r>
              <a:rPr lang="ko-KR" altLang="en-US" baseline="0" dirty="0" smtClean="0"/>
              <a:t> 호텔에만 있던 헬스장이 대중화 되었습니다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그리고 전문적으로 개인 맞춤형 지도를 받는 </a:t>
            </a:r>
            <a:r>
              <a:rPr lang="en-US" altLang="ko-KR" baseline="0" dirty="0" err="1" smtClean="0"/>
              <a:t>pt</a:t>
            </a:r>
            <a:r>
              <a:rPr lang="ko-KR" altLang="en-US" baseline="0" dirty="0" err="1" smtClean="0"/>
              <a:t>샵들이</a:t>
            </a:r>
            <a:r>
              <a:rPr lang="ko-KR" altLang="en-US" baseline="0" dirty="0" smtClean="0"/>
              <a:t> 생겼습니다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다음으로 </a:t>
            </a:r>
            <a:r>
              <a:rPr lang="ko-KR" altLang="en-US" baseline="0" dirty="0" err="1" smtClean="0"/>
              <a:t>여러명이</a:t>
            </a:r>
            <a:r>
              <a:rPr lang="ko-KR" altLang="en-US" baseline="0" dirty="0" smtClean="0"/>
              <a:t> 같이 운동하며 가격은 낮추고 재미를 부여한 프로그램들이 생겼습니다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다음으로 무료로 운동방법과 식단을 </a:t>
            </a:r>
            <a:r>
              <a:rPr lang="ko-KR" altLang="en-US" baseline="0" dirty="0" err="1" smtClean="0"/>
              <a:t>제공받을수</a:t>
            </a:r>
            <a:r>
              <a:rPr lang="ko-KR" altLang="en-US" baseline="0" dirty="0" smtClean="0"/>
              <a:t> 있는 </a:t>
            </a:r>
            <a:r>
              <a:rPr lang="ko-KR" altLang="en-US" baseline="0" dirty="0" err="1" smtClean="0"/>
              <a:t>앱들이</a:t>
            </a:r>
            <a:r>
              <a:rPr lang="ko-KR" altLang="en-US" baseline="0" dirty="0" smtClean="0"/>
              <a:t> 생겼습니다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그리고 현재는 </a:t>
            </a:r>
            <a:r>
              <a:rPr lang="ko-KR" altLang="en-US" baseline="0" dirty="0" err="1" smtClean="0"/>
              <a:t>빅데이터와</a:t>
            </a:r>
            <a:r>
              <a:rPr lang="ko-KR" altLang="en-US" baseline="0" dirty="0" smtClean="0"/>
              <a:t> 인공지능을 활용해서 개인맞춤형 </a:t>
            </a:r>
            <a:r>
              <a:rPr lang="ko-KR" altLang="en-US" baseline="0" dirty="0" err="1" smtClean="0"/>
              <a:t>큐레이션을</a:t>
            </a:r>
            <a:r>
              <a:rPr lang="ko-KR" altLang="en-US" baseline="0" dirty="0" smtClean="0"/>
              <a:t> 해주고자 하는데 아직은 그 과도기입니다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현재 업계</a:t>
            </a:r>
            <a:r>
              <a:rPr lang="en-US" altLang="ko-KR" baseline="0" dirty="0" smtClean="0"/>
              <a:t>1</a:t>
            </a:r>
            <a:r>
              <a:rPr lang="ko-KR" altLang="en-US" baseline="0" dirty="0" smtClean="0"/>
              <a:t>위는 눔입니다</a:t>
            </a:r>
            <a:r>
              <a:rPr lang="en-US" altLang="ko-KR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1417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63900" y="509588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저는 전교</a:t>
            </a:r>
            <a:r>
              <a:rPr lang="en-US" altLang="ko-KR" dirty="0" smtClean="0"/>
              <a:t>1</a:t>
            </a:r>
            <a:r>
              <a:rPr lang="ko-KR" altLang="en-US" dirty="0" smtClean="0"/>
              <a:t>등 </a:t>
            </a:r>
            <a:r>
              <a:rPr lang="ko-KR" altLang="en-US" dirty="0" err="1" smtClean="0"/>
              <a:t>비만이였다가</a:t>
            </a:r>
            <a:r>
              <a:rPr lang="ko-KR" altLang="en-US" dirty="0" smtClean="0"/>
              <a:t> 반에서 </a:t>
            </a:r>
            <a:r>
              <a:rPr lang="en-US" altLang="ko-KR" dirty="0" smtClean="0"/>
              <a:t>1</a:t>
            </a:r>
            <a:r>
              <a:rPr lang="ko-KR" altLang="en-US" dirty="0" smtClean="0"/>
              <a:t>등 멸치까지 겪어보며 몸에 대한 관심이 많아졌습니다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특수부대를 </a:t>
            </a:r>
            <a:r>
              <a:rPr lang="ko-KR" altLang="en-US" dirty="0" err="1" smtClean="0"/>
              <a:t>가고싶은데</a:t>
            </a:r>
            <a:r>
              <a:rPr lang="ko-KR" altLang="en-US" dirty="0" smtClean="0"/>
              <a:t> 체력이 안돼서 군대재수를 </a:t>
            </a:r>
            <a:r>
              <a:rPr lang="en-US" altLang="ko-KR" dirty="0" smtClean="0"/>
              <a:t>1</a:t>
            </a:r>
            <a:r>
              <a:rPr lang="ko-KR" altLang="en-US" dirty="0" smtClean="0"/>
              <a:t>년까지 하며 입대하였습니다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빙글 피트니스 분야 관리자를 </a:t>
            </a:r>
            <a:r>
              <a:rPr lang="en-US" altLang="ko-KR" dirty="0" smtClean="0"/>
              <a:t>1</a:t>
            </a:r>
            <a:r>
              <a:rPr lang="ko-KR" altLang="en-US" dirty="0" err="1" smtClean="0"/>
              <a:t>년동안</a:t>
            </a:r>
            <a:r>
              <a:rPr lang="ko-KR" altLang="en-US" dirty="0" smtClean="0"/>
              <a:t> 역임했으며 </a:t>
            </a:r>
            <a:r>
              <a:rPr lang="ko-KR" altLang="en-US" dirty="0" err="1" smtClean="0"/>
              <a:t>콘텐츠를</a:t>
            </a:r>
            <a:r>
              <a:rPr lang="ko-KR" altLang="en-US" dirty="0" smtClean="0"/>
              <a:t> 계속 만들었습니다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메인에</a:t>
            </a:r>
            <a:r>
              <a:rPr lang="ko-KR" altLang="en-US" dirty="0" smtClean="0"/>
              <a:t> </a:t>
            </a:r>
            <a:r>
              <a:rPr lang="en-US" altLang="ko-KR" dirty="0" smtClean="0"/>
              <a:t>9</a:t>
            </a:r>
            <a:r>
              <a:rPr lang="ko-KR" altLang="en-US" dirty="0" err="1" smtClean="0"/>
              <a:t>번뜨며</a:t>
            </a:r>
            <a:r>
              <a:rPr lang="ko-KR" altLang="en-US" dirty="0" smtClean="0"/>
              <a:t> </a:t>
            </a:r>
            <a:r>
              <a:rPr lang="en-US" altLang="ko-KR" dirty="0" smtClean="0"/>
              <a:t>1500</a:t>
            </a:r>
            <a:r>
              <a:rPr lang="ko-KR" altLang="en-US" dirty="0" err="1" smtClean="0"/>
              <a:t>만뷰를</a:t>
            </a:r>
            <a:r>
              <a:rPr lang="ko-KR" altLang="en-US" dirty="0" smtClean="0"/>
              <a:t> 달성했습니다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이때 사람들이 메시지로 </a:t>
            </a:r>
            <a:r>
              <a:rPr lang="ko-KR" altLang="en-US" dirty="0" err="1" smtClean="0"/>
              <a:t>돈줄테니까</a:t>
            </a:r>
            <a:r>
              <a:rPr lang="ko-KR" altLang="en-US" dirty="0" smtClean="0"/>
              <a:t> 자기 온라인 </a:t>
            </a:r>
            <a:r>
              <a:rPr lang="ko-KR" altLang="en-US" dirty="0" err="1" smtClean="0"/>
              <a:t>피티좀</a:t>
            </a:r>
            <a:r>
              <a:rPr lang="ko-KR" altLang="en-US" dirty="0" smtClean="0"/>
              <a:t> 해달라고 해서 </a:t>
            </a:r>
            <a:r>
              <a:rPr lang="en-US" altLang="ko-KR" dirty="0" smtClean="0"/>
              <a:t>MVP</a:t>
            </a:r>
            <a:r>
              <a:rPr lang="ko-KR" altLang="en-US" dirty="0" smtClean="0"/>
              <a:t>를 처음 돌려보게 되었습니다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2017</a:t>
            </a:r>
            <a:r>
              <a:rPr lang="ko-KR" altLang="en-US" dirty="0" smtClean="0"/>
              <a:t>년에는 판교에서 헬스장을 운영하며 동기부여에 대한 </a:t>
            </a:r>
            <a:r>
              <a:rPr lang="ko-KR" altLang="en-US" dirty="0" err="1" smtClean="0"/>
              <a:t>여러가지</a:t>
            </a:r>
            <a:r>
              <a:rPr lang="ko-KR" altLang="en-US" dirty="0" smtClean="0"/>
              <a:t> 관찰과 실험을 반복했습니다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141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63900" y="509588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141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/>
              <a:t>그럼 돈은 어떻게 </a:t>
            </a:r>
            <a:r>
              <a:rPr lang="ko-KR" altLang="en-US" dirty="0" err="1" smtClean="0"/>
              <a:t>벌것인가</a:t>
            </a:r>
            <a:r>
              <a:rPr lang="en-US" altLang="ko-KR" dirty="0" smtClean="0"/>
              <a:t>?</a:t>
            </a:r>
          </a:p>
          <a:p>
            <a:r>
              <a:rPr lang="ko-KR" altLang="en-US" dirty="0" smtClean="0"/>
              <a:t>장갑</a:t>
            </a:r>
            <a:r>
              <a:rPr lang="en-US" altLang="ko-KR" dirty="0" smtClean="0"/>
              <a:t>, </a:t>
            </a:r>
            <a:r>
              <a:rPr lang="ko-KR" altLang="en-US" dirty="0" smtClean="0"/>
              <a:t>탄성밴드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신발</a:t>
            </a:r>
            <a:r>
              <a:rPr lang="en-US" altLang="ko-KR" dirty="0" smtClean="0"/>
              <a:t>, </a:t>
            </a:r>
            <a:r>
              <a:rPr lang="ko-KR" altLang="en-US" dirty="0" smtClean="0"/>
              <a:t>티셔츠</a:t>
            </a:r>
            <a:r>
              <a:rPr lang="en-US" altLang="ko-KR" dirty="0" smtClean="0"/>
              <a:t>,</a:t>
            </a:r>
            <a:r>
              <a:rPr lang="ko-KR" altLang="en-US" dirty="0" smtClean="0"/>
              <a:t> 보충제등 </a:t>
            </a:r>
            <a:r>
              <a:rPr lang="ko-KR" altLang="en-US" dirty="0" err="1" smtClean="0"/>
              <a:t>여러가지</a:t>
            </a:r>
            <a:r>
              <a:rPr lang="ko-KR" altLang="en-US" dirty="0" smtClean="0"/>
              <a:t> 헬스보조용품들이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 물건들을 </a:t>
            </a:r>
            <a:r>
              <a:rPr lang="en-US" altLang="ko-KR" dirty="0" smtClean="0"/>
              <a:t>2D </a:t>
            </a:r>
            <a:r>
              <a:rPr lang="ko-KR" altLang="en-US" dirty="0" err="1" smtClean="0"/>
              <a:t>랜더링</a:t>
            </a:r>
            <a:r>
              <a:rPr lang="ko-KR" altLang="en-US" dirty="0" smtClean="0"/>
              <a:t> 적용을 해서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아이템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으로 만듭니다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광고같지</a:t>
            </a:r>
            <a:r>
              <a:rPr lang="ko-KR" altLang="en-US" dirty="0" smtClean="0"/>
              <a:t> 않은 </a:t>
            </a:r>
            <a:r>
              <a:rPr lang="ko-KR" altLang="en-US" dirty="0" err="1" smtClean="0"/>
              <a:t>컨텐츠로서의</a:t>
            </a:r>
            <a:r>
              <a:rPr lang="ko-KR" altLang="en-US" dirty="0" smtClean="0"/>
              <a:t> 광고입니다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우리는 </a:t>
            </a:r>
            <a:r>
              <a:rPr lang="ko-KR" altLang="en-US" dirty="0" err="1" smtClean="0"/>
              <a:t>헬스보조용품사로부터</a:t>
            </a:r>
            <a:r>
              <a:rPr lang="ko-KR" altLang="en-US" dirty="0" smtClean="0"/>
              <a:t> 광고비를 받은 제품만 아이템으로 전환을 해서 유저들에게 </a:t>
            </a:r>
            <a:r>
              <a:rPr lang="ko-KR" altLang="en-US" dirty="0" err="1" smtClean="0"/>
              <a:t>보여주는것입니다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3</a:t>
            </a:r>
            <a:r>
              <a:rPr lang="ko-KR" altLang="en-US" dirty="0" smtClean="0"/>
              <a:t>분 </a:t>
            </a:r>
            <a:r>
              <a:rPr lang="en-US" altLang="ko-KR" dirty="0" smtClean="0"/>
              <a:t>50</a:t>
            </a:r>
          </a:p>
        </p:txBody>
      </p:sp>
      <p:sp>
        <p:nvSpPr>
          <p:cNvPr id="5837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56C8CAA-15E2-449F-B3FD-88D77C4CDEC8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16</a:t>
            </a:fld>
            <a:endParaRPr lang="ko-KR" altLang="en-US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82F50-87A1-46BE-AEFA-2A2D84BE0D4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095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CE09-579A-451C-BED9-F5C706D07CF8}" type="datetimeFigureOut">
              <a:rPr lang="ko-KR" altLang="en-US" smtClean="0"/>
              <a:t>2018-03-09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19DE-EBD3-40CC-86E8-88ED8A942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592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CE09-579A-451C-BED9-F5C706D07CF8}" type="datetimeFigureOut">
              <a:rPr lang="ko-KR" altLang="en-US" smtClean="0"/>
              <a:t>2018-03-09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19DE-EBD3-40CC-86E8-88ED8A942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05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CE09-579A-451C-BED9-F5C706D07CF8}" type="datetimeFigureOut">
              <a:rPr lang="ko-KR" altLang="en-US" smtClean="0"/>
              <a:t>2018-03-09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19DE-EBD3-40CC-86E8-88ED8A942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617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CE09-579A-451C-BED9-F5C706D07CF8}" type="datetimeFigureOut">
              <a:rPr lang="ko-KR" altLang="en-US" smtClean="0"/>
              <a:t>2018-03-09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19DE-EBD3-40CC-86E8-88ED8A942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284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CE09-579A-451C-BED9-F5C706D07CF8}" type="datetimeFigureOut">
              <a:rPr lang="ko-KR" altLang="en-US" smtClean="0"/>
              <a:t>2018-03-09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19DE-EBD3-40CC-86E8-88ED8A942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823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CE09-579A-451C-BED9-F5C706D07CF8}" type="datetimeFigureOut">
              <a:rPr lang="ko-KR" altLang="en-US" smtClean="0"/>
              <a:t>2018-03-09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19DE-EBD3-40CC-86E8-88ED8A942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420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CE09-579A-451C-BED9-F5C706D07CF8}" type="datetimeFigureOut">
              <a:rPr lang="ko-KR" altLang="en-US" smtClean="0"/>
              <a:t>2018-03-09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19DE-EBD3-40CC-86E8-88ED8A942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859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CE09-579A-451C-BED9-F5C706D07CF8}" type="datetimeFigureOut">
              <a:rPr lang="ko-KR" altLang="en-US" smtClean="0"/>
              <a:t>2018-03-09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19DE-EBD3-40CC-86E8-88ED8A942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74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CE09-579A-451C-BED9-F5C706D07CF8}" type="datetimeFigureOut">
              <a:rPr lang="ko-KR" altLang="en-US" smtClean="0"/>
              <a:t>2018-03-09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19DE-EBD3-40CC-86E8-88ED8A942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678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CE09-579A-451C-BED9-F5C706D07CF8}" type="datetimeFigureOut">
              <a:rPr lang="ko-KR" altLang="en-US" smtClean="0"/>
              <a:t>2018-03-09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19DE-EBD3-40CC-86E8-88ED8A942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607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CE09-579A-451C-BED9-F5C706D07CF8}" type="datetimeFigureOut">
              <a:rPr lang="ko-KR" altLang="en-US" smtClean="0"/>
              <a:t>2018-03-09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19DE-EBD3-40CC-86E8-88ED8A942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299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0CE09-579A-451C-BED9-F5C706D07CF8}" type="datetimeFigureOut">
              <a:rPr lang="ko-KR" altLang="en-US" smtClean="0"/>
              <a:t>2018-03-09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019DE-EBD3-40CC-86E8-88ED8A942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40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slideLayout" Target="../slideLayouts/slideLayout2.xml"/><Relationship Id="rId7" Type="http://schemas.openxmlformats.org/officeDocument/2006/relationships/diagramLayout" Target="../diagrams/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diagramData" Target="../diagrams/data1.xml"/><Relationship Id="rId5" Type="http://schemas.openxmlformats.org/officeDocument/2006/relationships/image" Target="../media/image2.png"/><Relationship Id="rId10" Type="http://schemas.microsoft.com/office/2007/relationships/diagramDrawing" Target="../diagrams/drawing1.xml"/><Relationship Id="rId4" Type="http://schemas.openxmlformats.org/officeDocument/2006/relationships/notesSlide" Target="../notesSlides/notesSlide2.xml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image" Target="../media/image3.jp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10" Type="http://schemas.openxmlformats.org/officeDocument/2006/relationships/image" Target="../media/image8.jpe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14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2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7.png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1.jp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0.jpe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683568" y="260647"/>
            <a:ext cx="7560840" cy="2287415"/>
            <a:chOff x="2231740" y="4489375"/>
            <a:chExt cx="4680520" cy="2287415"/>
          </a:xfrm>
          <a:solidFill>
            <a:schemeClr val="tx1">
              <a:lumMod val="85000"/>
              <a:lumOff val="15000"/>
              <a:alpha val="70000"/>
            </a:schemeClr>
          </a:solidFill>
        </p:grpSpPr>
        <p:sp>
          <p:nvSpPr>
            <p:cNvPr id="6" name="TextBox 5"/>
            <p:cNvSpPr txBox="1"/>
            <p:nvPr/>
          </p:nvSpPr>
          <p:spPr>
            <a:xfrm>
              <a:off x="2231740" y="4894129"/>
              <a:ext cx="468052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0" dirty="0" err="1" smtClean="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-윤고딕340" panose="02030504000101010101" pitchFamily="18" charset="-127"/>
                  <a:ea typeface="-윤고딕340" panose="02030504000101010101" pitchFamily="18" charset="-127"/>
                </a:rPr>
                <a:t>체대남친</a:t>
              </a:r>
              <a:endParaRPr lang="ko-KR" altLang="en-US" sz="8000" dirty="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endParaRPr>
            </a:p>
          </p:txBody>
        </p:sp>
        <p:grpSp>
          <p:nvGrpSpPr>
            <p:cNvPr id="7" name="그룹 6"/>
            <p:cNvGrpSpPr/>
            <p:nvPr/>
          </p:nvGrpSpPr>
          <p:grpSpPr>
            <a:xfrm>
              <a:off x="2449439" y="4489375"/>
              <a:ext cx="4107205" cy="338554"/>
              <a:chOff x="2485443" y="2266999"/>
              <a:chExt cx="4107205" cy="338554"/>
            </a:xfrm>
            <a:grpFill/>
          </p:grpSpPr>
          <p:cxnSp>
            <p:nvCxnSpPr>
              <p:cNvPr id="12" name="직선 연결선 11"/>
              <p:cNvCxnSpPr/>
              <p:nvPr/>
            </p:nvCxnSpPr>
            <p:spPr>
              <a:xfrm>
                <a:off x="2485443" y="2420888"/>
                <a:ext cx="1387050" cy="0"/>
              </a:xfrm>
              <a:prstGeom prst="line">
                <a:avLst/>
              </a:prstGeom>
              <a:grpFill/>
              <a:ln w="3175">
                <a:solidFill>
                  <a:schemeClr val="bg1">
                    <a:alpha val="7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/>
              <p:cNvCxnSpPr/>
              <p:nvPr/>
            </p:nvCxnSpPr>
            <p:spPr>
              <a:xfrm>
                <a:off x="5254361" y="2436277"/>
                <a:ext cx="1338287" cy="0"/>
              </a:xfrm>
              <a:prstGeom prst="line">
                <a:avLst/>
              </a:prstGeom>
              <a:grpFill/>
              <a:ln w="3175">
                <a:solidFill>
                  <a:schemeClr val="bg1">
                    <a:alpha val="7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3872493" y="2266999"/>
                <a:ext cx="13372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 smtClean="0">
                    <a:ln>
                      <a:solidFill>
                        <a:schemeClr val="bg1">
                          <a:alpha val="20000"/>
                        </a:schemeClr>
                      </a:solidFill>
                    </a:ln>
                    <a:solidFill>
                      <a:schemeClr val="bg1"/>
                    </a:solidFill>
                    <a:latin typeface="-윤고딕330" panose="02030504000101010101" pitchFamily="18" charset="-127"/>
                    <a:ea typeface="-윤고딕330" panose="02030504000101010101" pitchFamily="18" charset="-127"/>
                  </a:rPr>
                  <a:t>www. </a:t>
                </a:r>
                <a:r>
                  <a:rPr lang="en-US" altLang="ko-KR" sz="1600" dirty="0" err="1" smtClean="0">
                    <a:ln>
                      <a:solidFill>
                        <a:schemeClr val="bg1">
                          <a:alpha val="20000"/>
                        </a:schemeClr>
                      </a:solidFill>
                    </a:ln>
                    <a:solidFill>
                      <a:schemeClr val="bg1"/>
                    </a:solidFill>
                    <a:latin typeface="-윤고딕330" panose="02030504000101010101" pitchFamily="18" charset="-127"/>
                    <a:ea typeface="-윤고딕330" panose="02030504000101010101" pitchFamily="18" charset="-127"/>
                  </a:rPr>
                  <a:t>Hellgater</a:t>
                </a:r>
                <a:r>
                  <a:rPr lang="en-US" altLang="ko-KR" sz="1600" dirty="0" smtClean="0">
                    <a:ln>
                      <a:solidFill>
                        <a:schemeClr val="bg1">
                          <a:alpha val="20000"/>
                        </a:schemeClr>
                      </a:solidFill>
                    </a:ln>
                    <a:solidFill>
                      <a:schemeClr val="bg1"/>
                    </a:solidFill>
                    <a:latin typeface="-윤고딕330" panose="02030504000101010101" pitchFamily="18" charset="-127"/>
                    <a:ea typeface="-윤고딕330" panose="02030504000101010101" pitchFamily="18" charset="-127"/>
                  </a:rPr>
                  <a:t> .com</a:t>
                </a:r>
                <a:endParaRPr lang="ko-KR" altLang="en-US" sz="1600" dirty="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-윤고딕330" panose="02030504000101010101" pitchFamily="18" charset="-127"/>
                  <a:ea typeface="-윤고딕330" panose="02030504000101010101" pitchFamily="18" charset="-127"/>
                </a:endParaRPr>
              </a:p>
            </p:txBody>
          </p:sp>
        </p:grpSp>
        <p:grpSp>
          <p:nvGrpSpPr>
            <p:cNvPr id="8" name="그룹 7"/>
            <p:cNvGrpSpPr/>
            <p:nvPr/>
          </p:nvGrpSpPr>
          <p:grpSpPr>
            <a:xfrm>
              <a:off x="2454622" y="6438236"/>
              <a:ext cx="4133602" cy="338554"/>
              <a:chOff x="2454622" y="4844187"/>
              <a:chExt cx="4133602" cy="338554"/>
            </a:xfrm>
            <a:grpFill/>
          </p:grpSpPr>
          <p:cxnSp>
            <p:nvCxnSpPr>
              <p:cNvPr id="9" name="직선 연결선 8"/>
              <p:cNvCxnSpPr/>
              <p:nvPr/>
            </p:nvCxnSpPr>
            <p:spPr>
              <a:xfrm>
                <a:off x="2454622" y="4998076"/>
                <a:ext cx="720079" cy="0"/>
              </a:xfrm>
              <a:prstGeom prst="line">
                <a:avLst/>
              </a:prstGeom>
              <a:grpFill/>
              <a:ln w="3175">
                <a:solidFill>
                  <a:schemeClr val="bg1">
                    <a:alpha val="7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3220398" y="4844187"/>
                <a:ext cx="271118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600" dirty="0" smtClean="0">
                    <a:ln>
                      <a:solidFill>
                        <a:schemeClr val="bg1">
                          <a:alpha val="20000"/>
                        </a:schemeClr>
                      </a:solidFill>
                    </a:ln>
                    <a:solidFill>
                      <a:schemeClr val="bg1"/>
                    </a:solidFill>
                    <a:latin typeface="-윤고딕330" panose="02030504000101010101" pitchFamily="18" charset="-127"/>
                    <a:ea typeface="-윤고딕330" panose="02030504000101010101" pitchFamily="18" charset="-127"/>
                  </a:rPr>
                  <a:t>다이어트를 도와주는 온라인 동기부여 서비스</a:t>
                </a:r>
                <a:endParaRPr lang="ko-KR" altLang="en-US" sz="1600" dirty="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-윤고딕330" panose="02030504000101010101" pitchFamily="18" charset="-127"/>
                  <a:ea typeface="-윤고딕330" panose="02030504000101010101" pitchFamily="18" charset="-127"/>
                </a:endParaRPr>
              </a:p>
            </p:txBody>
          </p:sp>
          <p:cxnSp>
            <p:nvCxnSpPr>
              <p:cNvPr id="11" name="직선 연결선 10"/>
              <p:cNvCxnSpPr/>
              <p:nvPr/>
            </p:nvCxnSpPr>
            <p:spPr>
              <a:xfrm>
                <a:off x="5868142" y="4998077"/>
                <a:ext cx="720082" cy="0"/>
              </a:xfrm>
              <a:prstGeom prst="line">
                <a:avLst/>
              </a:prstGeom>
              <a:grpFill/>
              <a:ln w="3175">
                <a:solidFill>
                  <a:schemeClr val="bg1">
                    <a:alpha val="7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/>
          <p:cNvSpPr txBox="1"/>
          <p:nvPr/>
        </p:nvSpPr>
        <p:spPr>
          <a:xfrm>
            <a:off x="6281974" y="6079040"/>
            <a:ext cx="242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1"/>
                </a:solidFill>
                <a:latin typeface="-윤고딕340" pitchFamily="18" charset="-127"/>
                <a:ea typeface="-윤고딕340" pitchFamily="18" charset="-127"/>
              </a:rPr>
              <a:t>발표일 </a:t>
            </a:r>
            <a:r>
              <a:rPr lang="en-US" altLang="ko-KR" sz="1400" dirty="0" smtClean="0">
                <a:solidFill>
                  <a:schemeClr val="bg1"/>
                </a:solidFill>
                <a:latin typeface="-윤고딕340" pitchFamily="18" charset="-127"/>
                <a:ea typeface="-윤고딕340" pitchFamily="18" charset="-127"/>
              </a:rPr>
              <a:t>: 2018</a:t>
            </a:r>
            <a:r>
              <a:rPr lang="ko-KR" altLang="en-US" sz="1400" dirty="0" smtClean="0">
                <a:solidFill>
                  <a:schemeClr val="bg1"/>
                </a:solidFill>
                <a:latin typeface="-윤고딕340" pitchFamily="18" charset="-127"/>
                <a:ea typeface="-윤고딕340" pitchFamily="18" charset="-127"/>
              </a:rPr>
              <a:t>년 </a:t>
            </a:r>
            <a:r>
              <a:rPr lang="en-US" altLang="ko-KR" sz="1400" dirty="0" smtClean="0">
                <a:solidFill>
                  <a:schemeClr val="bg1"/>
                </a:solidFill>
                <a:latin typeface="-윤고딕340" pitchFamily="18" charset="-127"/>
                <a:ea typeface="-윤고딕340" pitchFamily="18" charset="-127"/>
              </a:rPr>
              <a:t>0</a:t>
            </a:r>
            <a:r>
              <a:rPr lang="en-US" altLang="ko-KR" sz="1400" dirty="0">
                <a:solidFill>
                  <a:schemeClr val="bg1"/>
                </a:solidFill>
                <a:latin typeface="-윤고딕340" pitchFamily="18" charset="-127"/>
                <a:ea typeface="-윤고딕340" pitchFamily="18" charset="-127"/>
              </a:rPr>
              <a:t>3</a:t>
            </a:r>
            <a:r>
              <a:rPr lang="ko-KR" altLang="en-US" sz="1400" dirty="0" smtClean="0">
                <a:solidFill>
                  <a:schemeClr val="bg1"/>
                </a:solidFill>
                <a:latin typeface="-윤고딕340" pitchFamily="18" charset="-127"/>
                <a:ea typeface="-윤고딕340" pitchFamily="18" charset="-127"/>
              </a:rPr>
              <a:t>월 </a:t>
            </a:r>
            <a:r>
              <a:rPr lang="en-US" altLang="ko-KR" sz="1400" dirty="0" smtClean="0">
                <a:solidFill>
                  <a:schemeClr val="bg1"/>
                </a:solidFill>
                <a:latin typeface="-윤고딕340" pitchFamily="18" charset="-127"/>
                <a:ea typeface="-윤고딕340" pitchFamily="18" charset="-127"/>
              </a:rPr>
              <a:t>09</a:t>
            </a:r>
            <a:r>
              <a:rPr lang="ko-KR" altLang="en-US" sz="1400" dirty="0" smtClean="0">
                <a:solidFill>
                  <a:schemeClr val="bg1"/>
                </a:solidFill>
                <a:latin typeface="-윤고딕340" pitchFamily="18" charset="-127"/>
                <a:ea typeface="-윤고딕340" pitchFamily="18" charset="-127"/>
              </a:rPr>
              <a:t>일</a:t>
            </a:r>
            <a:endParaRPr lang="ko-KR" altLang="en-US" sz="1400" dirty="0">
              <a:solidFill>
                <a:schemeClr val="bg1"/>
              </a:solidFill>
              <a:latin typeface="-윤고딕340" pitchFamily="18" charset="-127"/>
              <a:ea typeface="-윤고딕340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57581" y="6385328"/>
            <a:ext cx="3240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smtClean="0">
                <a:solidFill>
                  <a:schemeClr val="bg1"/>
                </a:solidFill>
                <a:latin typeface="-윤고딕340" pitchFamily="18" charset="-127"/>
                <a:ea typeface="-윤고딕340" pitchFamily="18" charset="-127"/>
              </a:rPr>
              <a:t>발표자 </a:t>
            </a:r>
            <a:r>
              <a:rPr lang="en-US" altLang="ko-KR" sz="1400" dirty="0" smtClean="0">
                <a:solidFill>
                  <a:schemeClr val="bg1"/>
                </a:solidFill>
                <a:latin typeface="-윤고딕340" pitchFamily="18" charset="-127"/>
                <a:ea typeface="-윤고딕340" pitchFamily="18" charset="-127"/>
              </a:rPr>
              <a:t>: </a:t>
            </a:r>
            <a:r>
              <a:rPr lang="ko-KR" altLang="en-US" sz="1400" dirty="0" smtClean="0">
                <a:solidFill>
                  <a:schemeClr val="bg1"/>
                </a:solidFill>
                <a:latin typeface="-윤고딕340" pitchFamily="18" charset="-127"/>
                <a:ea typeface="-윤고딕340" pitchFamily="18" charset="-127"/>
              </a:rPr>
              <a:t>배성원  </a:t>
            </a:r>
            <a:r>
              <a:rPr lang="en-US" altLang="ko-KR" sz="1400" dirty="0" smtClean="0">
                <a:solidFill>
                  <a:schemeClr val="bg1"/>
                </a:solidFill>
                <a:latin typeface="-윤고딕340" pitchFamily="18" charset="-127"/>
                <a:ea typeface="-윤고딕340" pitchFamily="18" charset="-127"/>
              </a:rPr>
              <a:t>010 2658 5834</a:t>
            </a:r>
            <a:endParaRPr lang="ko-KR" altLang="en-US" sz="1400" dirty="0">
              <a:solidFill>
                <a:schemeClr val="bg1"/>
              </a:solidFill>
              <a:latin typeface="-윤고딕340" pitchFamily="18" charset="-127"/>
              <a:ea typeface="-윤고딕340" pitchFamily="18" charset="-127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65" y="2996952"/>
            <a:ext cx="1841270" cy="182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36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7884368" y="251356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chemeClr val="bg1">
                      <a:alpha val="20000"/>
                    </a:schemeClr>
                  </a:solidFill>
                </a:ln>
                <a:latin typeface="-윤고딕340" panose="02030504000101010101" pitchFamily="18" charset="-127"/>
                <a:ea typeface="-윤고딕340" panose="02030504000101010101" pitchFamily="18" charset="-127"/>
              </a:rPr>
              <a:t>체대남친</a:t>
            </a:r>
            <a:endParaRPr lang="ko-KR" altLang="en-US" dirty="0">
              <a:ln>
                <a:solidFill>
                  <a:schemeClr val="bg1">
                    <a:alpha val="20000"/>
                  </a:schemeClr>
                </a:solidFill>
              </a:ln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pic>
        <p:nvPicPr>
          <p:cNvPr id="64" name="그림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33149"/>
            <a:ext cx="432048" cy="429069"/>
          </a:xfrm>
          <a:prstGeom prst="rect">
            <a:avLst/>
          </a:prstGeom>
        </p:spPr>
      </p:pic>
      <p:grpSp>
        <p:nvGrpSpPr>
          <p:cNvPr id="70" name="Search Box" descr="&lt;SmartSettings&gt;&lt;SmartResize enabled=&quot;True&quot; minWidth=&quot;10&quot; minHeight=&quot;6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467544" y="155486"/>
            <a:ext cx="6624736" cy="723671"/>
            <a:chOff x="1355596" y="2263966"/>
            <a:chExt cx="2092683" cy="228600"/>
          </a:xfrm>
        </p:grpSpPr>
        <p:sp>
          <p:nvSpPr>
            <p:cNvPr id="71" name="Text Box"/>
            <p:cNvSpPr/>
            <p:nvPr/>
          </p:nvSpPr>
          <p:spPr>
            <a:xfrm>
              <a:off x="1355596" y="2263966"/>
              <a:ext cx="2092683" cy="2286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8F8F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286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What    </a:t>
              </a:r>
              <a:r>
                <a:rPr lang="ko-KR" altLang="en-US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해결하고자 하는 문제가 뭔가</a:t>
              </a:r>
              <a:r>
                <a:rPr lang="en-US" altLang="ko-KR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?</a:t>
              </a:r>
              <a:endParaRPr lang="en-US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72" name="Search Icon" descr="&lt;SmartSettings&gt;&lt;SmartResize anchorLeft=&quot;None&quot; anchorTop=&quot;Non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266307" y="2319932"/>
              <a:ext cx="128312" cy="130347"/>
            </a:xfrm>
            <a:custGeom>
              <a:avLst/>
              <a:gdLst>
                <a:gd name="T0" fmla="*/ 232 w 354"/>
                <a:gd name="T1" fmla="*/ 0 h 354"/>
                <a:gd name="T2" fmla="*/ 264 w 354"/>
                <a:gd name="T3" fmla="*/ 5 h 354"/>
                <a:gd name="T4" fmla="*/ 293 w 354"/>
                <a:gd name="T5" fmla="*/ 17 h 354"/>
                <a:gd name="T6" fmla="*/ 318 w 354"/>
                <a:gd name="T7" fmla="*/ 36 h 354"/>
                <a:gd name="T8" fmla="*/ 337 w 354"/>
                <a:gd name="T9" fmla="*/ 61 h 354"/>
                <a:gd name="T10" fmla="*/ 349 w 354"/>
                <a:gd name="T11" fmla="*/ 90 h 354"/>
                <a:gd name="T12" fmla="*/ 354 w 354"/>
                <a:gd name="T13" fmla="*/ 122 h 354"/>
                <a:gd name="T14" fmla="*/ 349 w 354"/>
                <a:gd name="T15" fmla="*/ 154 h 354"/>
                <a:gd name="T16" fmla="*/ 337 w 354"/>
                <a:gd name="T17" fmla="*/ 183 h 354"/>
                <a:gd name="T18" fmla="*/ 318 w 354"/>
                <a:gd name="T19" fmla="*/ 208 h 354"/>
                <a:gd name="T20" fmla="*/ 293 w 354"/>
                <a:gd name="T21" fmla="*/ 227 h 354"/>
                <a:gd name="T22" fmla="*/ 264 w 354"/>
                <a:gd name="T23" fmla="*/ 239 h 354"/>
                <a:gd name="T24" fmla="*/ 232 w 354"/>
                <a:gd name="T25" fmla="*/ 244 h 354"/>
                <a:gd name="T26" fmla="*/ 191 w 354"/>
                <a:gd name="T27" fmla="*/ 236 h 354"/>
                <a:gd name="T28" fmla="*/ 154 w 354"/>
                <a:gd name="T29" fmla="*/ 215 h 354"/>
                <a:gd name="T30" fmla="*/ 19 w 354"/>
                <a:gd name="T31" fmla="*/ 351 h 354"/>
                <a:gd name="T32" fmla="*/ 11 w 354"/>
                <a:gd name="T33" fmla="*/ 354 h 354"/>
                <a:gd name="T34" fmla="*/ 3 w 354"/>
                <a:gd name="T35" fmla="*/ 351 h 354"/>
                <a:gd name="T36" fmla="*/ 0 w 354"/>
                <a:gd name="T37" fmla="*/ 343 h 354"/>
                <a:gd name="T38" fmla="*/ 3 w 354"/>
                <a:gd name="T39" fmla="*/ 335 h 354"/>
                <a:gd name="T40" fmla="*/ 139 w 354"/>
                <a:gd name="T41" fmla="*/ 200 h 354"/>
                <a:gd name="T42" fmla="*/ 118 w 354"/>
                <a:gd name="T43" fmla="*/ 163 h 354"/>
                <a:gd name="T44" fmla="*/ 110 w 354"/>
                <a:gd name="T45" fmla="*/ 122 h 354"/>
                <a:gd name="T46" fmla="*/ 115 w 354"/>
                <a:gd name="T47" fmla="*/ 90 h 354"/>
                <a:gd name="T48" fmla="*/ 127 w 354"/>
                <a:gd name="T49" fmla="*/ 61 h 354"/>
                <a:gd name="T50" fmla="*/ 146 w 354"/>
                <a:gd name="T51" fmla="*/ 36 h 354"/>
                <a:gd name="T52" fmla="*/ 171 w 354"/>
                <a:gd name="T53" fmla="*/ 17 h 354"/>
                <a:gd name="T54" fmla="*/ 200 w 354"/>
                <a:gd name="T55" fmla="*/ 5 h 354"/>
                <a:gd name="T56" fmla="*/ 232 w 354"/>
                <a:gd name="T57" fmla="*/ 0 h 354"/>
                <a:gd name="T58" fmla="*/ 232 w 354"/>
                <a:gd name="T59" fmla="*/ 221 h 354"/>
                <a:gd name="T60" fmla="*/ 271 w 354"/>
                <a:gd name="T61" fmla="*/ 214 h 354"/>
                <a:gd name="T62" fmla="*/ 302 w 354"/>
                <a:gd name="T63" fmla="*/ 192 h 354"/>
                <a:gd name="T64" fmla="*/ 324 w 354"/>
                <a:gd name="T65" fmla="*/ 161 h 354"/>
                <a:gd name="T66" fmla="*/ 331 w 354"/>
                <a:gd name="T67" fmla="*/ 122 h 354"/>
                <a:gd name="T68" fmla="*/ 324 w 354"/>
                <a:gd name="T69" fmla="*/ 83 h 354"/>
                <a:gd name="T70" fmla="*/ 302 w 354"/>
                <a:gd name="T71" fmla="*/ 52 h 354"/>
                <a:gd name="T72" fmla="*/ 271 w 354"/>
                <a:gd name="T73" fmla="*/ 30 h 354"/>
                <a:gd name="T74" fmla="*/ 232 w 354"/>
                <a:gd name="T75" fmla="*/ 23 h 354"/>
                <a:gd name="T76" fmla="*/ 193 w 354"/>
                <a:gd name="T77" fmla="*/ 30 h 354"/>
                <a:gd name="T78" fmla="*/ 162 w 354"/>
                <a:gd name="T79" fmla="*/ 52 h 354"/>
                <a:gd name="T80" fmla="*/ 140 w 354"/>
                <a:gd name="T81" fmla="*/ 83 h 354"/>
                <a:gd name="T82" fmla="*/ 133 w 354"/>
                <a:gd name="T83" fmla="*/ 122 h 354"/>
                <a:gd name="T84" fmla="*/ 140 w 354"/>
                <a:gd name="T85" fmla="*/ 161 h 354"/>
                <a:gd name="T86" fmla="*/ 162 w 354"/>
                <a:gd name="T87" fmla="*/ 192 h 354"/>
                <a:gd name="T88" fmla="*/ 193 w 354"/>
                <a:gd name="T89" fmla="*/ 214 h 354"/>
                <a:gd name="T90" fmla="*/ 232 w 354"/>
                <a:gd name="T91" fmla="*/ 221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54" h="354">
                  <a:moveTo>
                    <a:pt x="232" y="0"/>
                  </a:moveTo>
                  <a:cubicBezTo>
                    <a:pt x="243" y="0"/>
                    <a:pt x="254" y="2"/>
                    <a:pt x="264" y="5"/>
                  </a:cubicBezTo>
                  <a:cubicBezTo>
                    <a:pt x="275" y="8"/>
                    <a:pt x="284" y="12"/>
                    <a:pt x="293" y="17"/>
                  </a:cubicBezTo>
                  <a:cubicBezTo>
                    <a:pt x="302" y="22"/>
                    <a:pt x="310" y="29"/>
                    <a:pt x="318" y="36"/>
                  </a:cubicBezTo>
                  <a:cubicBezTo>
                    <a:pt x="325" y="44"/>
                    <a:pt x="332" y="52"/>
                    <a:pt x="337" y="61"/>
                  </a:cubicBezTo>
                  <a:cubicBezTo>
                    <a:pt x="342" y="70"/>
                    <a:pt x="346" y="79"/>
                    <a:pt x="349" y="90"/>
                  </a:cubicBezTo>
                  <a:cubicBezTo>
                    <a:pt x="352" y="100"/>
                    <a:pt x="354" y="111"/>
                    <a:pt x="354" y="122"/>
                  </a:cubicBezTo>
                  <a:cubicBezTo>
                    <a:pt x="354" y="133"/>
                    <a:pt x="352" y="144"/>
                    <a:pt x="349" y="154"/>
                  </a:cubicBezTo>
                  <a:cubicBezTo>
                    <a:pt x="346" y="165"/>
                    <a:pt x="342" y="174"/>
                    <a:pt x="337" y="183"/>
                  </a:cubicBezTo>
                  <a:cubicBezTo>
                    <a:pt x="332" y="192"/>
                    <a:pt x="325" y="200"/>
                    <a:pt x="318" y="208"/>
                  </a:cubicBezTo>
                  <a:cubicBezTo>
                    <a:pt x="310" y="215"/>
                    <a:pt x="302" y="222"/>
                    <a:pt x="293" y="227"/>
                  </a:cubicBezTo>
                  <a:cubicBezTo>
                    <a:pt x="284" y="232"/>
                    <a:pt x="275" y="236"/>
                    <a:pt x="264" y="239"/>
                  </a:cubicBezTo>
                  <a:cubicBezTo>
                    <a:pt x="254" y="242"/>
                    <a:pt x="243" y="244"/>
                    <a:pt x="232" y="244"/>
                  </a:cubicBezTo>
                  <a:cubicBezTo>
                    <a:pt x="218" y="244"/>
                    <a:pt x="204" y="241"/>
                    <a:pt x="191" y="236"/>
                  </a:cubicBezTo>
                  <a:cubicBezTo>
                    <a:pt x="177" y="231"/>
                    <a:pt x="165" y="224"/>
                    <a:pt x="154" y="215"/>
                  </a:cubicBezTo>
                  <a:lnTo>
                    <a:pt x="19" y="351"/>
                  </a:lnTo>
                  <a:cubicBezTo>
                    <a:pt x="17" y="353"/>
                    <a:pt x="14" y="354"/>
                    <a:pt x="11" y="354"/>
                  </a:cubicBezTo>
                  <a:cubicBezTo>
                    <a:pt x="8" y="354"/>
                    <a:pt x="5" y="353"/>
                    <a:pt x="3" y="351"/>
                  </a:cubicBezTo>
                  <a:cubicBezTo>
                    <a:pt x="1" y="349"/>
                    <a:pt x="0" y="346"/>
                    <a:pt x="0" y="343"/>
                  </a:cubicBezTo>
                  <a:cubicBezTo>
                    <a:pt x="0" y="340"/>
                    <a:pt x="1" y="337"/>
                    <a:pt x="3" y="335"/>
                  </a:cubicBezTo>
                  <a:lnTo>
                    <a:pt x="139" y="200"/>
                  </a:lnTo>
                  <a:cubicBezTo>
                    <a:pt x="130" y="189"/>
                    <a:pt x="123" y="177"/>
                    <a:pt x="118" y="163"/>
                  </a:cubicBezTo>
                  <a:cubicBezTo>
                    <a:pt x="113" y="150"/>
                    <a:pt x="110" y="136"/>
                    <a:pt x="110" y="122"/>
                  </a:cubicBezTo>
                  <a:cubicBezTo>
                    <a:pt x="110" y="111"/>
                    <a:pt x="112" y="100"/>
                    <a:pt x="115" y="90"/>
                  </a:cubicBezTo>
                  <a:cubicBezTo>
                    <a:pt x="118" y="79"/>
                    <a:pt x="122" y="70"/>
                    <a:pt x="127" y="61"/>
                  </a:cubicBezTo>
                  <a:cubicBezTo>
                    <a:pt x="132" y="52"/>
                    <a:pt x="139" y="44"/>
                    <a:pt x="146" y="36"/>
                  </a:cubicBezTo>
                  <a:cubicBezTo>
                    <a:pt x="154" y="29"/>
                    <a:pt x="162" y="22"/>
                    <a:pt x="171" y="17"/>
                  </a:cubicBezTo>
                  <a:cubicBezTo>
                    <a:pt x="180" y="12"/>
                    <a:pt x="189" y="8"/>
                    <a:pt x="200" y="5"/>
                  </a:cubicBezTo>
                  <a:cubicBezTo>
                    <a:pt x="210" y="2"/>
                    <a:pt x="221" y="0"/>
                    <a:pt x="232" y="0"/>
                  </a:cubicBezTo>
                  <a:close/>
                  <a:moveTo>
                    <a:pt x="232" y="221"/>
                  </a:moveTo>
                  <a:cubicBezTo>
                    <a:pt x="246" y="221"/>
                    <a:pt x="259" y="219"/>
                    <a:pt x="271" y="214"/>
                  </a:cubicBezTo>
                  <a:cubicBezTo>
                    <a:pt x="283" y="208"/>
                    <a:pt x="293" y="201"/>
                    <a:pt x="302" y="192"/>
                  </a:cubicBezTo>
                  <a:cubicBezTo>
                    <a:pt x="311" y="183"/>
                    <a:pt x="318" y="173"/>
                    <a:pt x="324" y="161"/>
                  </a:cubicBezTo>
                  <a:cubicBezTo>
                    <a:pt x="329" y="149"/>
                    <a:pt x="331" y="136"/>
                    <a:pt x="331" y="122"/>
                  </a:cubicBezTo>
                  <a:cubicBezTo>
                    <a:pt x="331" y="108"/>
                    <a:pt x="329" y="95"/>
                    <a:pt x="324" y="83"/>
                  </a:cubicBezTo>
                  <a:cubicBezTo>
                    <a:pt x="318" y="71"/>
                    <a:pt x="311" y="61"/>
                    <a:pt x="302" y="52"/>
                  </a:cubicBezTo>
                  <a:cubicBezTo>
                    <a:pt x="293" y="43"/>
                    <a:pt x="283" y="36"/>
                    <a:pt x="271" y="30"/>
                  </a:cubicBezTo>
                  <a:cubicBezTo>
                    <a:pt x="259" y="25"/>
                    <a:pt x="246" y="23"/>
                    <a:pt x="232" y="23"/>
                  </a:cubicBezTo>
                  <a:cubicBezTo>
                    <a:pt x="218" y="23"/>
                    <a:pt x="205" y="25"/>
                    <a:pt x="193" y="30"/>
                  </a:cubicBezTo>
                  <a:cubicBezTo>
                    <a:pt x="181" y="36"/>
                    <a:pt x="171" y="43"/>
                    <a:pt x="162" y="52"/>
                  </a:cubicBezTo>
                  <a:cubicBezTo>
                    <a:pt x="153" y="61"/>
                    <a:pt x="146" y="71"/>
                    <a:pt x="140" y="83"/>
                  </a:cubicBezTo>
                  <a:cubicBezTo>
                    <a:pt x="135" y="95"/>
                    <a:pt x="133" y="108"/>
                    <a:pt x="133" y="122"/>
                  </a:cubicBezTo>
                  <a:cubicBezTo>
                    <a:pt x="133" y="136"/>
                    <a:pt x="135" y="149"/>
                    <a:pt x="140" y="161"/>
                  </a:cubicBezTo>
                  <a:cubicBezTo>
                    <a:pt x="146" y="173"/>
                    <a:pt x="153" y="183"/>
                    <a:pt x="162" y="192"/>
                  </a:cubicBezTo>
                  <a:cubicBezTo>
                    <a:pt x="171" y="201"/>
                    <a:pt x="181" y="208"/>
                    <a:pt x="193" y="214"/>
                  </a:cubicBezTo>
                  <a:cubicBezTo>
                    <a:pt x="205" y="219"/>
                    <a:pt x="218" y="221"/>
                    <a:pt x="232" y="22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172" name="TextBox 7171"/>
          <p:cNvSpPr txBox="1"/>
          <p:nvPr/>
        </p:nvSpPr>
        <p:spPr>
          <a:xfrm>
            <a:off x="7884368" y="547683"/>
            <a:ext cx="1103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Hellgater.com</a:t>
            </a:r>
            <a:endParaRPr lang="ko-KR" altLang="en-US" sz="1100" dirty="0"/>
          </a:p>
        </p:txBody>
      </p:sp>
      <p:graphicFrame>
        <p:nvGraphicFramePr>
          <p:cNvPr id="12" name="다이어그램 11"/>
          <p:cNvGraphicFramePr/>
          <p:nvPr>
            <p:extLst>
              <p:ext uri="{D42A27DB-BD31-4B8C-83A1-F6EECF244321}">
                <p14:modId xmlns:p14="http://schemas.microsoft.com/office/powerpoint/2010/main" val="1487915070"/>
              </p:ext>
            </p:extLst>
          </p:nvPr>
        </p:nvGraphicFramePr>
        <p:xfrm>
          <a:off x="893508" y="1305016"/>
          <a:ext cx="7638932" cy="4356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2" name="타원 1"/>
          <p:cNvSpPr/>
          <p:nvPr/>
        </p:nvSpPr>
        <p:spPr>
          <a:xfrm>
            <a:off x="1990160" y="1222351"/>
            <a:ext cx="864096" cy="864096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2"/>
                </a:solidFill>
                <a:latin typeface="-윤고딕350" pitchFamily="18" charset="-127"/>
                <a:ea typeface="-윤고딕350" pitchFamily="18" charset="-127"/>
              </a:rPr>
              <a:t>식욕</a:t>
            </a:r>
          </a:p>
        </p:txBody>
      </p:sp>
    </p:spTree>
    <p:extLst>
      <p:ext uri="{BB962C8B-B14F-4D97-AF65-F5344CB8AC3E}">
        <p14:creationId xmlns:p14="http://schemas.microsoft.com/office/powerpoint/2010/main" val="418170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2850" y="1052736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err="1" smtClean="0"/>
              <a:t>게이미피케이션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게임화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628800"/>
            <a:ext cx="6912768" cy="5107208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7884368" y="251356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chemeClr val="bg1">
                      <a:alpha val="20000"/>
                    </a:schemeClr>
                  </a:solidFill>
                </a:ln>
                <a:latin typeface="-윤고딕340" panose="02030504000101010101" pitchFamily="18" charset="-127"/>
                <a:ea typeface="-윤고딕340" panose="02030504000101010101" pitchFamily="18" charset="-127"/>
              </a:rPr>
              <a:t>체대남친</a:t>
            </a:r>
            <a:endParaRPr lang="ko-KR" altLang="en-US" dirty="0">
              <a:ln>
                <a:solidFill>
                  <a:schemeClr val="bg1">
                    <a:alpha val="20000"/>
                  </a:schemeClr>
                </a:solidFill>
              </a:ln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33149"/>
            <a:ext cx="432048" cy="429069"/>
          </a:xfrm>
          <a:prstGeom prst="rect">
            <a:avLst/>
          </a:prstGeom>
        </p:spPr>
      </p:pic>
      <p:grpSp>
        <p:nvGrpSpPr>
          <p:cNvPr id="9" name="Search Box" descr="&lt;SmartSettings&gt;&lt;SmartResize enabled=&quot;True&quot; minWidth=&quot;10&quot; minHeight=&quot;6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467544" y="155486"/>
            <a:ext cx="6624736" cy="723671"/>
            <a:chOff x="1355596" y="2263966"/>
            <a:chExt cx="2092683" cy="228600"/>
          </a:xfrm>
        </p:grpSpPr>
        <p:sp>
          <p:nvSpPr>
            <p:cNvPr id="10" name="Text Box"/>
            <p:cNvSpPr/>
            <p:nvPr/>
          </p:nvSpPr>
          <p:spPr>
            <a:xfrm>
              <a:off x="1355596" y="2263966"/>
              <a:ext cx="2092683" cy="2286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8F8F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286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How    </a:t>
              </a:r>
              <a:r>
                <a:rPr lang="ko-KR" altLang="en-US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어떻게 해결하고자 하는가</a:t>
              </a:r>
              <a:r>
                <a:rPr lang="en-US" altLang="ko-KR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?</a:t>
              </a:r>
              <a:endParaRPr lang="en-US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11" name="Search Icon" descr="&lt;SmartSettings&gt;&lt;SmartResize anchorLeft=&quot;None&quot; anchorTop=&quot;Non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266307" y="2319932"/>
              <a:ext cx="128312" cy="130347"/>
            </a:xfrm>
            <a:custGeom>
              <a:avLst/>
              <a:gdLst>
                <a:gd name="T0" fmla="*/ 232 w 354"/>
                <a:gd name="T1" fmla="*/ 0 h 354"/>
                <a:gd name="T2" fmla="*/ 264 w 354"/>
                <a:gd name="T3" fmla="*/ 5 h 354"/>
                <a:gd name="T4" fmla="*/ 293 w 354"/>
                <a:gd name="T5" fmla="*/ 17 h 354"/>
                <a:gd name="T6" fmla="*/ 318 w 354"/>
                <a:gd name="T7" fmla="*/ 36 h 354"/>
                <a:gd name="T8" fmla="*/ 337 w 354"/>
                <a:gd name="T9" fmla="*/ 61 h 354"/>
                <a:gd name="T10" fmla="*/ 349 w 354"/>
                <a:gd name="T11" fmla="*/ 90 h 354"/>
                <a:gd name="T12" fmla="*/ 354 w 354"/>
                <a:gd name="T13" fmla="*/ 122 h 354"/>
                <a:gd name="T14" fmla="*/ 349 w 354"/>
                <a:gd name="T15" fmla="*/ 154 h 354"/>
                <a:gd name="T16" fmla="*/ 337 w 354"/>
                <a:gd name="T17" fmla="*/ 183 h 354"/>
                <a:gd name="T18" fmla="*/ 318 w 354"/>
                <a:gd name="T19" fmla="*/ 208 h 354"/>
                <a:gd name="T20" fmla="*/ 293 w 354"/>
                <a:gd name="T21" fmla="*/ 227 h 354"/>
                <a:gd name="T22" fmla="*/ 264 w 354"/>
                <a:gd name="T23" fmla="*/ 239 h 354"/>
                <a:gd name="T24" fmla="*/ 232 w 354"/>
                <a:gd name="T25" fmla="*/ 244 h 354"/>
                <a:gd name="T26" fmla="*/ 191 w 354"/>
                <a:gd name="T27" fmla="*/ 236 h 354"/>
                <a:gd name="T28" fmla="*/ 154 w 354"/>
                <a:gd name="T29" fmla="*/ 215 h 354"/>
                <a:gd name="T30" fmla="*/ 19 w 354"/>
                <a:gd name="T31" fmla="*/ 351 h 354"/>
                <a:gd name="T32" fmla="*/ 11 w 354"/>
                <a:gd name="T33" fmla="*/ 354 h 354"/>
                <a:gd name="T34" fmla="*/ 3 w 354"/>
                <a:gd name="T35" fmla="*/ 351 h 354"/>
                <a:gd name="T36" fmla="*/ 0 w 354"/>
                <a:gd name="T37" fmla="*/ 343 h 354"/>
                <a:gd name="T38" fmla="*/ 3 w 354"/>
                <a:gd name="T39" fmla="*/ 335 h 354"/>
                <a:gd name="T40" fmla="*/ 139 w 354"/>
                <a:gd name="T41" fmla="*/ 200 h 354"/>
                <a:gd name="T42" fmla="*/ 118 w 354"/>
                <a:gd name="T43" fmla="*/ 163 h 354"/>
                <a:gd name="T44" fmla="*/ 110 w 354"/>
                <a:gd name="T45" fmla="*/ 122 h 354"/>
                <a:gd name="T46" fmla="*/ 115 w 354"/>
                <a:gd name="T47" fmla="*/ 90 h 354"/>
                <a:gd name="T48" fmla="*/ 127 w 354"/>
                <a:gd name="T49" fmla="*/ 61 h 354"/>
                <a:gd name="T50" fmla="*/ 146 w 354"/>
                <a:gd name="T51" fmla="*/ 36 h 354"/>
                <a:gd name="T52" fmla="*/ 171 w 354"/>
                <a:gd name="T53" fmla="*/ 17 h 354"/>
                <a:gd name="T54" fmla="*/ 200 w 354"/>
                <a:gd name="T55" fmla="*/ 5 h 354"/>
                <a:gd name="T56" fmla="*/ 232 w 354"/>
                <a:gd name="T57" fmla="*/ 0 h 354"/>
                <a:gd name="T58" fmla="*/ 232 w 354"/>
                <a:gd name="T59" fmla="*/ 221 h 354"/>
                <a:gd name="T60" fmla="*/ 271 w 354"/>
                <a:gd name="T61" fmla="*/ 214 h 354"/>
                <a:gd name="T62" fmla="*/ 302 w 354"/>
                <a:gd name="T63" fmla="*/ 192 h 354"/>
                <a:gd name="T64" fmla="*/ 324 w 354"/>
                <a:gd name="T65" fmla="*/ 161 h 354"/>
                <a:gd name="T66" fmla="*/ 331 w 354"/>
                <a:gd name="T67" fmla="*/ 122 h 354"/>
                <a:gd name="T68" fmla="*/ 324 w 354"/>
                <a:gd name="T69" fmla="*/ 83 h 354"/>
                <a:gd name="T70" fmla="*/ 302 w 354"/>
                <a:gd name="T71" fmla="*/ 52 h 354"/>
                <a:gd name="T72" fmla="*/ 271 w 354"/>
                <a:gd name="T73" fmla="*/ 30 h 354"/>
                <a:gd name="T74" fmla="*/ 232 w 354"/>
                <a:gd name="T75" fmla="*/ 23 h 354"/>
                <a:gd name="T76" fmla="*/ 193 w 354"/>
                <a:gd name="T77" fmla="*/ 30 h 354"/>
                <a:gd name="T78" fmla="*/ 162 w 354"/>
                <a:gd name="T79" fmla="*/ 52 h 354"/>
                <a:gd name="T80" fmla="*/ 140 w 354"/>
                <a:gd name="T81" fmla="*/ 83 h 354"/>
                <a:gd name="T82" fmla="*/ 133 w 354"/>
                <a:gd name="T83" fmla="*/ 122 h 354"/>
                <a:gd name="T84" fmla="*/ 140 w 354"/>
                <a:gd name="T85" fmla="*/ 161 h 354"/>
                <a:gd name="T86" fmla="*/ 162 w 354"/>
                <a:gd name="T87" fmla="*/ 192 h 354"/>
                <a:gd name="T88" fmla="*/ 193 w 354"/>
                <a:gd name="T89" fmla="*/ 214 h 354"/>
                <a:gd name="T90" fmla="*/ 232 w 354"/>
                <a:gd name="T91" fmla="*/ 221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54" h="354">
                  <a:moveTo>
                    <a:pt x="232" y="0"/>
                  </a:moveTo>
                  <a:cubicBezTo>
                    <a:pt x="243" y="0"/>
                    <a:pt x="254" y="2"/>
                    <a:pt x="264" y="5"/>
                  </a:cubicBezTo>
                  <a:cubicBezTo>
                    <a:pt x="275" y="8"/>
                    <a:pt x="284" y="12"/>
                    <a:pt x="293" y="17"/>
                  </a:cubicBezTo>
                  <a:cubicBezTo>
                    <a:pt x="302" y="22"/>
                    <a:pt x="310" y="29"/>
                    <a:pt x="318" y="36"/>
                  </a:cubicBezTo>
                  <a:cubicBezTo>
                    <a:pt x="325" y="44"/>
                    <a:pt x="332" y="52"/>
                    <a:pt x="337" y="61"/>
                  </a:cubicBezTo>
                  <a:cubicBezTo>
                    <a:pt x="342" y="70"/>
                    <a:pt x="346" y="79"/>
                    <a:pt x="349" y="90"/>
                  </a:cubicBezTo>
                  <a:cubicBezTo>
                    <a:pt x="352" y="100"/>
                    <a:pt x="354" y="111"/>
                    <a:pt x="354" y="122"/>
                  </a:cubicBezTo>
                  <a:cubicBezTo>
                    <a:pt x="354" y="133"/>
                    <a:pt x="352" y="144"/>
                    <a:pt x="349" y="154"/>
                  </a:cubicBezTo>
                  <a:cubicBezTo>
                    <a:pt x="346" y="165"/>
                    <a:pt x="342" y="174"/>
                    <a:pt x="337" y="183"/>
                  </a:cubicBezTo>
                  <a:cubicBezTo>
                    <a:pt x="332" y="192"/>
                    <a:pt x="325" y="200"/>
                    <a:pt x="318" y="208"/>
                  </a:cubicBezTo>
                  <a:cubicBezTo>
                    <a:pt x="310" y="215"/>
                    <a:pt x="302" y="222"/>
                    <a:pt x="293" y="227"/>
                  </a:cubicBezTo>
                  <a:cubicBezTo>
                    <a:pt x="284" y="232"/>
                    <a:pt x="275" y="236"/>
                    <a:pt x="264" y="239"/>
                  </a:cubicBezTo>
                  <a:cubicBezTo>
                    <a:pt x="254" y="242"/>
                    <a:pt x="243" y="244"/>
                    <a:pt x="232" y="244"/>
                  </a:cubicBezTo>
                  <a:cubicBezTo>
                    <a:pt x="218" y="244"/>
                    <a:pt x="204" y="241"/>
                    <a:pt x="191" y="236"/>
                  </a:cubicBezTo>
                  <a:cubicBezTo>
                    <a:pt x="177" y="231"/>
                    <a:pt x="165" y="224"/>
                    <a:pt x="154" y="215"/>
                  </a:cubicBezTo>
                  <a:lnTo>
                    <a:pt x="19" y="351"/>
                  </a:lnTo>
                  <a:cubicBezTo>
                    <a:pt x="17" y="353"/>
                    <a:pt x="14" y="354"/>
                    <a:pt x="11" y="354"/>
                  </a:cubicBezTo>
                  <a:cubicBezTo>
                    <a:pt x="8" y="354"/>
                    <a:pt x="5" y="353"/>
                    <a:pt x="3" y="351"/>
                  </a:cubicBezTo>
                  <a:cubicBezTo>
                    <a:pt x="1" y="349"/>
                    <a:pt x="0" y="346"/>
                    <a:pt x="0" y="343"/>
                  </a:cubicBezTo>
                  <a:cubicBezTo>
                    <a:pt x="0" y="340"/>
                    <a:pt x="1" y="337"/>
                    <a:pt x="3" y="335"/>
                  </a:cubicBezTo>
                  <a:lnTo>
                    <a:pt x="139" y="200"/>
                  </a:lnTo>
                  <a:cubicBezTo>
                    <a:pt x="130" y="189"/>
                    <a:pt x="123" y="177"/>
                    <a:pt x="118" y="163"/>
                  </a:cubicBezTo>
                  <a:cubicBezTo>
                    <a:pt x="113" y="150"/>
                    <a:pt x="110" y="136"/>
                    <a:pt x="110" y="122"/>
                  </a:cubicBezTo>
                  <a:cubicBezTo>
                    <a:pt x="110" y="111"/>
                    <a:pt x="112" y="100"/>
                    <a:pt x="115" y="90"/>
                  </a:cubicBezTo>
                  <a:cubicBezTo>
                    <a:pt x="118" y="79"/>
                    <a:pt x="122" y="70"/>
                    <a:pt x="127" y="61"/>
                  </a:cubicBezTo>
                  <a:cubicBezTo>
                    <a:pt x="132" y="52"/>
                    <a:pt x="139" y="44"/>
                    <a:pt x="146" y="36"/>
                  </a:cubicBezTo>
                  <a:cubicBezTo>
                    <a:pt x="154" y="29"/>
                    <a:pt x="162" y="22"/>
                    <a:pt x="171" y="17"/>
                  </a:cubicBezTo>
                  <a:cubicBezTo>
                    <a:pt x="180" y="12"/>
                    <a:pt x="189" y="8"/>
                    <a:pt x="200" y="5"/>
                  </a:cubicBezTo>
                  <a:cubicBezTo>
                    <a:pt x="210" y="2"/>
                    <a:pt x="221" y="0"/>
                    <a:pt x="232" y="0"/>
                  </a:cubicBezTo>
                  <a:close/>
                  <a:moveTo>
                    <a:pt x="232" y="221"/>
                  </a:moveTo>
                  <a:cubicBezTo>
                    <a:pt x="246" y="221"/>
                    <a:pt x="259" y="219"/>
                    <a:pt x="271" y="214"/>
                  </a:cubicBezTo>
                  <a:cubicBezTo>
                    <a:pt x="283" y="208"/>
                    <a:pt x="293" y="201"/>
                    <a:pt x="302" y="192"/>
                  </a:cubicBezTo>
                  <a:cubicBezTo>
                    <a:pt x="311" y="183"/>
                    <a:pt x="318" y="173"/>
                    <a:pt x="324" y="161"/>
                  </a:cubicBezTo>
                  <a:cubicBezTo>
                    <a:pt x="329" y="149"/>
                    <a:pt x="331" y="136"/>
                    <a:pt x="331" y="122"/>
                  </a:cubicBezTo>
                  <a:cubicBezTo>
                    <a:pt x="331" y="108"/>
                    <a:pt x="329" y="95"/>
                    <a:pt x="324" y="83"/>
                  </a:cubicBezTo>
                  <a:cubicBezTo>
                    <a:pt x="318" y="71"/>
                    <a:pt x="311" y="61"/>
                    <a:pt x="302" y="52"/>
                  </a:cubicBezTo>
                  <a:cubicBezTo>
                    <a:pt x="293" y="43"/>
                    <a:pt x="283" y="36"/>
                    <a:pt x="271" y="30"/>
                  </a:cubicBezTo>
                  <a:cubicBezTo>
                    <a:pt x="259" y="25"/>
                    <a:pt x="246" y="23"/>
                    <a:pt x="232" y="23"/>
                  </a:cubicBezTo>
                  <a:cubicBezTo>
                    <a:pt x="218" y="23"/>
                    <a:pt x="205" y="25"/>
                    <a:pt x="193" y="30"/>
                  </a:cubicBezTo>
                  <a:cubicBezTo>
                    <a:pt x="181" y="36"/>
                    <a:pt x="171" y="43"/>
                    <a:pt x="162" y="52"/>
                  </a:cubicBezTo>
                  <a:cubicBezTo>
                    <a:pt x="153" y="61"/>
                    <a:pt x="146" y="71"/>
                    <a:pt x="140" y="83"/>
                  </a:cubicBezTo>
                  <a:cubicBezTo>
                    <a:pt x="135" y="95"/>
                    <a:pt x="133" y="108"/>
                    <a:pt x="133" y="122"/>
                  </a:cubicBezTo>
                  <a:cubicBezTo>
                    <a:pt x="133" y="136"/>
                    <a:pt x="135" y="149"/>
                    <a:pt x="140" y="161"/>
                  </a:cubicBezTo>
                  <a:cubicBezTo>
                    <a:pt x="146" y="173"/>
                    <a:pt x="153" y="183"/>
                    <a:pt x="162" y="192"/>
                  </a:cubicBezTo>
                  <a:cubicBezTo>
                    <a:pt x="171" y="201"/>
                    <a:pt x="181" y="208"/>
                    <a:pt x="193" y="214"/>
                  </a:cubicBezTo>
                  <a:cubicBezTo>
                    <a:pt x="205" y="219"/>
                    <a:pt x="218" y="221"/>
                    <a:pt x="232" y="22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7884368" y="547683"/>
            <a:ext cx="1103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Hellgater.com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0117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Search Box" descr="&lt;SmartSettings&gt;&lt;SmartResize enabled=&quot;True&quot; minWidth=&quot;10&quot; minHeight=&quot;6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467544" y="155486"/>
            <a:ext cx="6624736" cy="723671"/>
            <a:chOff x="1355596" y="2263966"/>
            <a:chExt cx="2092683" cy="228600"/>
          </a:xfrm>
        </p:grpSpPr>
        <p:sp>
          <p:nvSpPr>
            <p:cNvPr id="71" name="Text Box"/>
            <p:cNvSpPr/>
            <p:nvPr/>
          </p:nvSpPr>
          <p:spPr>
            <a:xfrm>
              <a:off x="1355596" y="2263966"/>
              <a:ext cx="2092683" cy="2286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8F8F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286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When Where   </a:t>
              </a:r>
              <a:r>
                <a:rPr lang="ko-KR" altLang="en-US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아융팩때 한것은</a:t>
              </a:r>
              <a:r>
                <a:rPr lang="en-US" altLang="ko-KR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?</a:t>
              </a:r>
              <a:endParaRPr lang="en-US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72" name="Search Icon" descr="&lt;SmartSettings&gt;&lt;SmartResize anchorLeft=&quot;None&quot; anchorTop=&quot;Non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266307" y="2319932"/>
              <a:ext cx="128312" cy="130347"/>
            </a:xfrm>
            <a:custGeom>
              <a:avLst/>
              <a:gdLst>
                <a:gd name="T0" fmla="*/ 232 w 354"/>
                <a:gd name="T1" fmla="*/ 0 h 354"/>
                <a:gd name="T2" fmla="*/ 264 w 354"/>
                <a:gd name="T3" fmla="*/ 5 h 354"/>
                <a:gd name="T4" fmla="*/ 293 w 354"/>
                <a:gd name="T5" fmla="*/ 17 h 354"/>
                <a:gd name="T6" fmla="*/ 318 w 354"/>
                <a:gd name="T7" fmla="*/ 36 h 354"/>
                <a:gd name="T8" fmla="*/ 337 w 354"/>
                <a:gd name="T9" fmla="*/ 61 h 354"/>
                <a:gd name="T10" fmla="*/ 349 w 354"/>
                <a:gd name="T11" fmla="*/ 90 h 354"/>
                <a:gd name="T12" fmla="*/ 354 w 354"/>
                <a:gd name="T13" fmla="*/ 122 h 354"/>
                <a:gd name="T14" fmla="*/ 349 w 354"/>
                <a:gd name="T15" fmla="*/ 154 h 354"/>
                <a:gd name="T16" fmla="*/ 337 w 354"/>
                <a:gd name="T17" fmla="*/ 183 h 354"/>
                <a:gd name="T18" fmla="*/ 318 w 354"/>
                <a:gd name="T19" fmla="*/ 208 h 354"/>
                <a:gd name="T20" fmla="*/ 293 w 354"/>
                <a:gd name="T21" fmla="*/ 227 h 354"/>
                <a:gd name="T22" fmla="*/ 264 w 354"/>
                <a:gd name="T23" fmla="*/ 239 h 354"/>
                <a:gd name="T24" fmla="*/ 232 w 354"/>
                <a:gd name="T25" fmla="*/ 244 h 354"/>
                <a:gd name="T26" fmla="*/ 191 w 354"/>
                <a:gd name="T27" fmla="*/ 236 h 354"/>
                <a:gd name="T28" fmla="*/ 154 w 354"/>
                <a:gd name="T29" fmla="*/ 215 h 354"/>
                <a:gd name="T30" fmla="*/ 19 w 354"/>
                <a:gd name="T31" fmla="*/ 351 h 354"/>
                <a:gd name="T32" fmla="*/ 11 w 354"/>
                <a:gd name="T33" fmla="*/ 354 h 354"/>
                <a:gd name="T34" fmla="*/ 3 w 354"/>
                <a:gd name="T35" fmla="*/ 351 h 354"/>
                <a:gd name="T36" fmla="*/ 0 w 354"/>
                <a:gd name="T37" fmla="*/ 343 h 354"/>
                <a:gd name="T38" fmla="*/ 3 w 354"/>
                <a:gd name="T39" fmla="*/ 335 h 354"/>
                <a:gd name="T40" fmla="*/ 139 w 354"/>
                <a:gd name="T41" fmla="*/ 200 h 354"/>
                <a:gd name="T42" fmla="*/ 118 w 354"/>
                <a:gd name="T43" fmla="*/ 163 h 354"/>
                <a:gd name="T44" fmla="*/ 110 w 354"/>
                <a:gd name="T45" fmla="*/ 122 h 354"/>
                <a:gd name="T46" fmla="*/ 115 w 354"/>
                <a:gd name="T47" fmla="*/ 90 h 354"/>
                <a:gd name="T48" fmla="*/ 127 w 354"/>
                <a:gd name="T49" fmla="*/ 61 h 354"/>
                <a:gd name="T50" fmla="*/ 146 w 354"/>
                <a:gd name="T51" fmla="*/ 36 h 354"/>
                <a:gd name="T52" fmla="*/ 171 w 354"/>
                <a:gd name="T53" fmla="*/ 17 h 354"/>
                <a:gd name="T54" fmla="*/ 200 w 354"/>
                <a:gd name="T55" fmla="*/ 5 h 354"/>
                <a:gd name="T56" fmla="*/ 232 w 354"/>
                <a:gd name="T57" fmla="*/ 0 h 354"/>
                <a:gd name="T58" fmla="*/ 232 w 354"/>
                <a:gd name="T59" fmla="*/ 221 h 354"/>
                <a:gd name="T60" fmla="*/ 271 w 354"/>
                <a:gd name="T61" fmla="*/ 214 h 354"/>
                <a:gd name="T62" fmla="*/ 302 w 354"/>
                <a:gd name="T63" fmla="*/ 192 h 354"/>
                <a:gd name="T64" fmla="*/ 324 w 354"/>
                <a:gd name="T65" fmla="*/ 161 h 354"/>
                <a:gd name="T66" fmla="*/ 331 w 354"/>
                <a:gd name="T67" fmla="*/ 122 h 354"/>
                <a:gd name="T68" fmla="*/ 324 w 354"/>
                <a:gd name="T69" fmla="*/ 83 h 354"/>
                <a:gd name="T70" fmla="*/ 302 w 354"/>
                <a:gd name="T71" fmla="*/ 52 h 354"/>
                <a:gd name="T72" fmla="*/ 271 w 354"/>
                <a:gd name="T73" fmla="*/ 30 h 354"/>
                <a:gd name="T74" fmla="*/ 232 w 354"/>
                <a:gd name="T75" fmla="*/ 23 h 354"/>
                <a:gd name="T76" fmla="*/ 193 w 354"/>
                <a:gd name="T77" fmla="*/ 30 h 354"/>
                <a:gd name="T78" fmla="*/ 162 w 354"/>
                <a:gd name="T79" fmla="*/ 52 h 354"/>
                <a:gd name="T80" fmla="*/ 140 w 354"/>
                <a:gd name="T81" fmla="*/ 83 h 354"/>
                <a:gd name="T82" fmla="*/ 133 w 354"/>
                <a:gd name="T83" fmla="*/ 122 h 354"/>
                <a:gd name="T84" fmla="*/ 140 w 354"/>
                <a:gd name="T85" fmla="*/ 161 h 354"/>
                <a:gd name="T86" fmla="*/ 162 w 354"/>
                <a:gd name="T87" fmla="*/ 192 h 354"/>
                <a:gd name="T88" fmla="*/ 193 w 354"/>
                <a:gd name="T89" fmla="*/ 214 h 354"/>
                <a:gd name="T90" fmla="*/ 232 w 354"/>
                <a:gd name="T91" fmla="*/ 221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54" h="354">
                  <a:moveTo>
                    <a:pt x="232" y="0"/>
                  </a:moveTo>
                  <a:cubicBezTo>
                    <a:pt x="243" y="0"/>
                    <a:pt x="254" y="2"/>
                    <a:pt x="264" y="5"/>
                  </a:cubicBezTo>
                  <a:cubicBezTo>
                    <a:pt x="275" y="8"/>
                    <a:pt x="284" y="12"/>
                    <a:pt x="293" y="17"/>
                  </a:cubicBezTo>
                  <a:cubicBezTo>
                    <a:pt x="302" y="22"/>
                    <a:pt x="310" y="29"/>
                    <a:pt x="318" y="36"/>
                  </a:cubicBezTo>
                  <a:cubicBezTo>
                    <a:pt x="325" y="44"/>
                    <a:pt x="332" y="52"/>
                    <a:pt x="337" y="61"/>
                  </a:cubicBezTo>
                  <a:cubicBezTo>
                    <a:pt x="342" y="70"/>
                    <a:pt x="346" y="79"/>
                    <a:pt x="349" y="90"/>
                  </a:cubicBezTo>
                  <a:cubicBezTo>
                    <a:pt x="352" y="100"/>
                    <a:pt x="354" y="111"/>
                    <a:pt x="354" y="122"/>
                  </a:cubicBezTo>
                  <a:cubicBezTo>
                    <a:pt x="354" y="133"/>
                    <a:pt x="352" y="144"/>
                    <a:pt x="349" y="154"/>
                  </a:cubicBezTo>
                  <a:cubicBezTo>
                    <a:pt x="346" y="165"/>
                    <a:pt x="342" y="174"/>
                    <a:pt x="337" y="183"/>
                  </a:cubicBezTo>
                  <a:cubicBezTo>
                    <a:pt x="332" y="192"/>
                    <a:pt x="325" y="200"/>
                    <a:pt x="318" y="208"/>
                  </a:cubicBezTo>
                  <a:cubicBezTo>
                    <a:pt x="310" y="215"/>
                    <a:pt x="302" y="222"/>
                    <a:pt x="293" y="227"/>
                  </a:cubicBezTo>
                  <a:cubicBezTo>
                    <a:pt x="284" y="232"/>
                    <a:pt x="275" y="236"/>
                    <a:pt x="264" y="239"/>
                  </a:cubicBezTo>
                  <a:cubicBezTo>
                    <a:pt x="254" y="242"/>
                    <a:pt x="243" y="244"/>
                    <a:pt x="232" y="244"/>
                  </a:cubicBezTo>
                  <a:cubicBezTo>
                    <a:pt x="218" y="244"/>
                    <a:pt x="204" y="241"/>
                    <a:pt x="191" y="236"/>
                  </a:cubicBezTo>
                  <a:cubicBezTo>
                    <a:pt x="177" y="231"/>
                    <a:pt x="165" y="224"/>
                    <a:pt x="154" y="215"/>
                  </a:cubicBezTo>
                  <a:lnTo>
                    <a:pt x="19" y="351"/>
                  </a:lnTo>
                  <a:cubicBezTo>
                    <a:pt x="17" y="353"/>
                    <a:pt x="14" y="354"/>
                    <a:pt x="11" y="354"/>
                  </a:cubicBezTo>
                  <a:cubicBezTo>
                    <a:pt x="8" y="354"/>
                    <a:pt x="5" y="353"/>
                    <a:pt x="3" y="351"/>
                  </a:cubicBezTo>
                  <a:cubicBezTo>
                    <a:pt x="1" y="349"/>
                    <a:pt x="0" y="346"/>
                    <a:pt x="0" y="343"/>
                  </a:cubicBezTo>
                  <a:cubicBezTo>
                    <a:pt x="0" y="340"/>
                    <a:pt x="1" y="337"/>
                    <a:pt x="3" y="335"/>
                  </a:cubicBezTo>
                  <a:lnTo>
                    <a:pt x="139" y="200"/>
                  </a:lnTo>
                  <a:cubicBezTo>
                    <a:pt x="130" y="189"/>
                    <a:pt x="123" y="177"/>
                    <a:pt x="118" y="163"/>
                  </a:cubicBezTo>
                  <a:cubicBezTo>
                    <a:pt x="113" y="150"/>
                    <a:pt x="110" y="136"/>
                    <a:pt x="110" y="122"/>
                  </a:cubicBezTo>
                  <a:cubicBezTo>
                    <a:pt x="110" y="111"/>
                    <a:pt x="112" y="100"/>
                    <a:pt x="115" y="90"/>
                  </a:cubicBezTo>
                  <a:cubicBezTo>
                    <a:pt x="118" y="79"/>
                    <a:pt x="122" y="70"/>
                    <a:pt x="127" y="61"/>
                  </a:cubicBezTo>
                  <a:cubicBezTo>
                    <a:pt x="132" y="52"/>
                    <a:pt x="139" y="44"/>
                    <a:pt x="146" y="36"/>
                  </a:cubicBezTo>
                  <a:cubicBezTo>
                    <a:pt x="154" y="29"/>
                    <a:pt x="162" y="22"/>
                    <a:pt x="171" y="17"/>
                  </a:cubicBezTo>
                  <a:cubicBezTo>
                    <a:pt x="180" y="12"/>
                    <a:pt x="189" y="8"/>
                    <a:pt x="200" y="5"/>
                  </a:cubicBezTo>
                  <a:cubicBezTo>
                    <a:pt x="210" y="2"/>
                    <a:pt x="221" y="0"/>
                    <a:pt x="232" y="0"/>
                  </a:cubicBezTo>
                  <a:close/>
                  <a:moveTo>
                    <a:pt x="232" y="221"/>
                  </a:moveTo>
                  <a:cubicBezTo>
                    <a:pt x="246" y="221"/>
                    <a:pt x="259" y="219"/>
                    <a:pt x="271" y="214"/>
                  </a:cubicBezTo>
                  <a:cubicBezTo>
                    <a:pt x="283" y="208"/>
                    <a:pt x="293" y="201"/>
                    <a:pt x="302" y="192"/>
                  </a:cubicBezTo>
                  <a:cubicBezTo>
                    <a:pt x="311" y="183"/>
                    <a:pt x="318" y="173"/>
                    <a:pt x="324" y="161"/>
                  </a:cubicBezTo>
                  <a:cubicBezTo>
                    <a:pt x="329" y="149"/>
                    <a:pt x="331" y="136"/>
                    <a:pt x="331" y="122"/>
                  </a:cubicBezTo>
                  <a:cubicBezTo>
                    <a:pt x="331" y="108"/>
                    <a:pt x="329" y="95"/>
                    <a:pt x="324" y="83"/>
                  </a:cubicBezTo>
                  <a:cubicBezTo>
                    <a:pt x="318" y="71"/>
                    <a:pt x="311" y="61"/>
                    <a:pt x="302" y="52"/>
                  </a:cubicBezTo>
                  <a:cubicBezTo>
                    <a:pt x="293" y="43"/>
                    <a:pt x="283" y="36"/>
                    <a:pt x="271" y="30"/>
                  </a:cubicBezTo>
                  <a:cubicBezTo>
                    <a:pt x="259" y="25"/>
                    <a:pt x="246" y="23"/>
                    <a:pt x="232" y="23"/>
                  </a:cubicBezTo>
                  <a:cubicBezTo>
                    <a:pt x="218" y="23"/>
                    <a:pt x="205" y="25"/>
                    <a:pt x="193" y="30"/>
                  </a:cubicBezTo>
                  <a:cubicBezTo>
                    <a:pt x="181" y="36"/>
                    <a:pt x="171" y="43"/>
                    <a:pt x="162" y="52"/>
                  </a:cubicBezTo>
                  <a:cubicBezTo>
                    <a:pt x="153" y="61"/>
                    <a:pt x="146" y="71"/>
                    <a:pt x="140" y="83"/>
                  </a:cubicBezTo>
                  <a:cubicBezTo>
                    <a:pt x="135" y="95"/>
                    <a:pt x="133" y="108"/>
                    <a:pt x="133" y="122"/>
                  </a:cubicBezTo>
                  <a:cubicBezTo>
                    <a:pt x="133" y="136"/>
                    <a:pt x="135" y="149"/>
                    <a:pt x="140" y="161"/>
                  </a:cubicBezTo>
                  <a:cubicBezTo>
                    <a:pt x="146" y="173"/>
                    <a:pt x="153" y="183"/>
                    <a:pt x="162" y="192"/>
                  </a:cubicBezTo>
                  <a:cubicBezTo>
                    <a:pt x="171" y="201"/>
                    <a:pt x="181" y="208"/>
                    <a:pt x="193" y="214"/>
                  </a:cubicBezTo>
                  <a:cubicBezTo>
                    <a:pt x="205" y="219"/>
                    <a:pt x="218" y="221"/>
                    <a:pt x="232" y="22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6" name="직사각형 85"/>
          <p:cNvSpPr/>
          <p:nvPr/>
        </p:nvSpPr>
        <p:spPr>
          <a:xfrm>
            <a:off x="7884368" y="251356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chemeClr val="bg1">
                      <a:alpha val="20000"/>
                    </a:schemeClr>
                  </a:solidFill>
                </a:ln>
                <a:latin typeface="-윤고딕340" panose="02030504000101010101" pitchFamily="18" charset="-127"/>
                <a:ea typeface="-윤고딕340" panose="02030504000101010101" pitchFamily="18" charset="-127"/>
              </a:rPr>
              <a:t>체대남친</a:t>
            </a:r>
            <a:endParaRPr lang="ko-KR" altLang="en-US" dirty="0">
              <a:ln>
                <a:solidFill>
                  <a:schemeClr val="bg1">
                    <a:alpha val="20000"/>
                  </a:schemeClr>
                </a:solidFill>
              </a:ln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pic>
        <p:nvPicPr>
          <p:cNvPr id="87" name="그림 8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33149"/>
            <a:ext cx="432048" cy="429069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7884368" y="547683"/>
            <a:ext cx="1103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Hellgater.com</a:t>
            </a:r>
            <a:endParaRPr lang="ko-KR" altLang="en-US" sz="1100" dirty="0"/>
          </a:p>
        </p:txBody>
      </p:sp>
      <p:sp>
        <p:nvSpPr>
          <p:cNvPr id="2" name="AutoShape 4" descr="엑셀 로고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AutoShape 6" descr="엑셀 로고에 대한 이미지 검색결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17" name="그룹 16"/>
          <p:cNvGrpSpPr/>
          <p:nvPr/>
        </p:nvGrpSpPr>
        <p:grpSpPr>
          <a:xfrm>
            <a:off x="304642" y="2403787"/>
            <a:ext cx="4012643" cy="3954455"/>
            <a:chOff x="390129" y="-2634124"/>
            <a:chExt cx="8363743" cy="8242458"/>
          </a:xfrm>
        </p:grpSpPr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129" y="-2634124"/>
              <a:ext cx="8363742" cy="38645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" name="Picture 4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129" y="1230471"/>
              <a:ext cx="8363742" cy="2629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" name="Picture 5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130" y="3859832"/>
              <a:ext cx="8363742" cy="1748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723" y="4257890"/>
            <a:ext cx="4415995" cy="2118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8" b="2648"/>
          <a:stretch/>
        </p:blipFill>
        <p:spPr>
          <a:xfrm>
            <a:off x="5135502" y="2350476"/>
            <a:ext cx="3198526" cy="1907414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456308" y="1124744"/>
            <a:ext cx="1881186" cy="432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온라인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456393" y="1772816"/>
            <a:ext cx="1881101" cy="4320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원페이지</a:t>
            </a:r>
            <a:r>
              <a:rPr lang="ko-KR" altLang="en-US" dirty="0" smtClean="0"/>
              <a:t> 리포트</a:t>
            </a:r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5794214" y="1556792"/>
            <a:ext cx="1881101" cy="6153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회원관리 툴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커리큘럼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22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/>
          <p:cNvSpPr/>
          <p:nvPr/>
        </p:nvSpPr>
        <p:spPr>
          <a:xfrm>
            <a:off x="7884368" y="251356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chemeClr val="bg1">
                      <a:alpha val="20000"/>
                    </a:schemeClr>
                  </a:solidFill>
                </a:ln>
                <a:latin typeface="-윤고딕340" panose="02030504000101010101" pitchFamily="18" charset="-127"/>
                <a:ea typeface="-윤고딕340" panose="02030504000101010101" pitchFamily="18" charset="-127"/>
              </a:rPr>
              <a:t>체대남친</a:t>
            </a:r>
            <a:endParaRPr lang="ko-KR" altLang="en-US" dirty="0">
              <a:ln>
                <a:solidFill>
                  <a:schemeClr val="bg1">
                    <a:alpha val="20000"/>
                  </a:schemeClr>
                </a:solidFill>
              </a:ln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pic>
        <p:nvPicPr>
          <p:cNvPr id="87" name="그림 8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33149"/>
            <a:ext cx="432048" cy="429069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7884368" y="547683"/>
            <a:ext cx="1103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Hellgater.com</a:t>
            </a:r>
            <a:endParaRPr lang="ko-KR" altLang="en-US" sz="1100" dirty="0"/>
          </a:p>
        </p:txBody>
      </p:sp>
      <p:sp>
        <p:nvSpPr>
          <p:cNvPr id="2" name="AutoShape 4" descr="엑셀 로고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AutoShape 6" descr="엑셀 로고에 대한 이미지 검색결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56308" y="1124744"/>
            <a:ext cx="1881186" cy="432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오프라</a:t>
            </a:r>
            <a:r>
              <a:rPr lang="ko-KR" altLang="en-US" dirty="0"/>
              <a:t>인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80796"/>
            <a:ext cx="7848873" cy="5232580"/>
          </a:xfrm>
          <a:prstGeom prst="rect">
            <a:avLst/>
          </a:prstGeom>
        </p:spPr>
      </p:pic>
      <p:sp>
        <p:nvSpPr>
          <p:cNvPr id="24" name="Text Box"/>
          <p:cNvSpPr/>
          <p:nvPr/>
        </p:nvSpPr>
        <p:spPr>
          <a:xfrm>
            <a:off x="467544" y="155486"/>
            <a:ext cx="6624736" cy="723671"/>
          </a:xfrm>
          <a:prstGeom prst="rect">
            <a:avLst/>
          </a:prstGeom>
          <a:solidFill>
            <a:srgbClr val="F2F2F2"/>
          </a:solidFill>
          <a:ln>
            <a:solidFill>
              <a:srgbClr val="8F8F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rPr>
              <a:t>When Where   </a:t>
            </a:r>
            <a:r>
              <a:rPr lang="ko-KR" altLang="en-US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rPr>
              <a:t>아융팩때 한것은</a:t>
            </a:r>
            <a:r>
              <a:rPr lang="en-US" altLang="ko-KR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rPr>
              <a:t>?</a:t>
            </a:r>
            <a:endParaRPr lang="en-US" sz="2400" noProof="1" smtClean="0">
              <a:solidFill>
                <a:srgbClr val="000000"/>
              </a:solidFill>
              <a:latin typeface="KT&amp;G 상상제목 B" pitchFamily="2" charset="-127"/>
              <a:ea typeface="KT&amp;G 상상제목 B" pitchFamily="2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15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/>
          <p:cNvSpPr/>
          <p:nvPr/>
        </p:nvSpPr>
        <p:spPr>
          <a:xfrm>
            <a:off x="7884368" y="251356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chemeClr val="bg1">
                      <a:alpha val="20000"/>
                    </a:schemeClr>
                  </a:solidFill>
                </a:ln>
                <a:latin typeface="-윤고딕340" panose="02030504000101010101" pitchFamily="18" charset="-127"/>
                <a:ea typeface="-윤고딕340" panose="02030504000101010101" pitchFamily="18" charset="-127"/>
              </a:rPr>
              <a:t>체대남친</a:t>
            </a:r>
            <a:endParaRPr lang="ko-KR" altLang="en-US" dirty="0">
              <a:ln>
                <a:solidFill>
                  <a:schemeClr val="bg1">
                    <a:alpha val="20000"/>
                  </a:schemeClr>
                </a:solidFill>
              </a:ln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pic>
        <p:nvPicPr>
          <p:cNvPr id="87" name="그림 8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33149"/>
            <a:ext cx="432048" cy="429069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7884368" y="547683"/>
            <a:ext cx="1103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Hellgater.com</a:t>
            </a:r>
            <a:endParaRPr lang="ko-KR" altLang="en-US" sz="1100" dirty="0"/>
          </a:p>
        </p:txBody>
      </p:sp>
      <p:sp>
        <p:nvSpPr>
          <p:cNvPr id="2" name="AutoShape 4" descr="엑셀 로고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AutoShape 6" descr="엑셀 로고에 대한 이미지 검색결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56308" y="1124744"/>
            <a:ext cx="1881186" cy="432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오프라</a:t>
            </a:r>
            <a:r>
              <a:rPr lang="ko-KR" altLang="en-US" dirty="0"/>
              <a:t>인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204864"/>
            <a:ext cx="1909198" cy="27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8713" y="2204864"/>
            <a:ext cx="1908780" cy="27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직사각형 24"/>
          <p:cNvSpPr/>
          <p:nvPr/>
        </p:nvSpPr>
        <p:spPr>
          <a:xfrm>
            <a:off x="456393" y="1772816"/>
            <a:ext cx="1881101" cy="4320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프로필 창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214942"/>
            <a:ext cx="4546600" cy="2689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직사각형 25"/>
          <p:cNvSpPr/>
          <p:nvPr/>
        </p:nvSpPr>
        <p:spPr>
          <a:xfrm>
            <a:off x="4504039" y="1783967"/>
            <a:ext cx="1881101" cy="4320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신발장 획득</a:t>
            </a:r>
            <a:endParaRPr lang="ko-KR" altLang="en-US" dirty="0"/>
          </a:p>
        </p:txBody>
      </p:sp>
      <p:sp>
        <p:nvSpPr>
          <p:cNvPr id="27" name="Text Box"/>
          <p:cNvSpPr/>
          <p:nvPr/>
        </p:nvSpPr>
        <p:spPr>
          <a:xfrm>
            <a:off x="467544" y="155486"/>
            <a:ext cx="6624736" cy="723671"/>
          </a:xfrm>
          <a:prstGeom prst="rect">
            <a:avLst/>
          </a:prstGeom>
          <a:solidFill>
            <a:srgbClr val="F2F2F2"/>
          </a:solidFill>
          <a:ln>
            <a:solidFill>
              <a:srgbClr val="8F8F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rPr>
              <a:t>When Where   </a:t>
            </a:r>
            <a:r>
              <a:rPr lang="ko-KR" altLang="en-US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rPr>
              <a:t>아융팩때 한것은</a:t>
            </a:r>
            <a:r>
              <a:rPr lang="en-US" altLang="ko-KR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rPr>
              <a:t>?</a:t>
            </a:r>
            <a:endParaRPr lang="en-US" sz="2400" noProof="1" smtClean="0">
              <a:solidFill>
                <a:srgbClr val="000000"/>
              </a:solidFill>
              <a:latin typeface="KT&amp;G 상상제목 B" pitchFamily="2" charset="-127"/>
              <a:ea typeface="KT&amp;G 상상제목 B" pitchFamily="2" charset="-127"/>
              <a:cs typeface="Segoe UI" panose="020B0502040204020203" pitchFamily="34" charset="0"/>
            </a:endParaRPr>
          </a:p>
        </p:txBody>
      </p:sp>
      <p:pic>
        <p:nvPicPr>
          <p:cNvPr id="14" name="Picture 2" descr="D:\Dropbox\판교 헬스장\좋은 사진\유저 파일철.pn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89" r="16274"/>
          <a:stretch/>
        </p:blipFill>
        <p:spPr bwMode="auto">
          <a:xfrm>
            <a:off x="1084507" y="4926275"/>
            <a:ext cx="2505972" cy="1935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32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earch Icon" descr="&lt;SmartSettings&gt;&lt;SmartResize anchorLeft=&quot;None&quot; anchorTop=&quot;None&quot; anchorRight=&quot;Absolute&quot; anchorBottom=&quot;None&quot; /&gt;&lt;/SmartSettings&gt;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6516218" y="332657"/>
            <a:ext cx="406193" cy="412635"/>
          </a:xfrm>
          <a:custGeom>
            <a:avLst/>
            <a:gdLst>
              <a:gd name="T0" fmla="*/ 232 w 354"/>
              <a:gd name="T1" fmla="*/ 0 h 354"/>
              <a:gd name="T2" fmla="*/ 264 w 354"/>
              <a:gd name="T3" fmla="*/ 5 h 354"/>
              <a:gd name="T4" fmla="*/ 293 w 354"/>
              <a:gd name="T5" fmla="*/ 17 h 354"/>
              <a:gd name="T6" fmla="*/ 318 w 354"/>
              <a:gd name="T7" fmla="*/ 36 h 354"/>
              <a:gd name="T8" fmla="*/ 337 w 354"/>
              <a:gd name="T9" fmla="*/ 61 h 354"/>
              <a:gd name="T10" fmla="*/ 349 w 354"/>
              <a:gd name="T11" fmla="*/ 90 h 354"/>
              <a:gd name="T12" fmla="*/ 354 w 354"/>
              <a:gd name="T13" fmla="*/ 122 h 354"/>
              <a:gd name="T14" fmla="*/ 349 w 354"/>
              <a:gd name="T15" fmla="*/ 154 h 354"/>
              <a:gd name="T16" fmla="*/ 337 w 354"/>
              <a:gd name="T17" fmla="*/ 183 h 354"/>
              <a:gd name="T18" fmla="*/ 318 w 354"/>
              <a:gd name="T19" fmla="*/ 208 h 354"/>
              <a:gd name="T20" fmla="*/ 293 w 354"/>
              <a:gd name="T21" fmla="*/ 227 h 354"/>
              <a:gd name="T22" fmla="*/ 264 w 354"/>
              <a:gd name="T23" fmla="*/ 239 h 354"/>
              <a:gd name="T24" fmla="*/ 232 w 354"/>
              <a:gd name="T25" fmla="*/ 244 h 354"/>
              <a:gd name="T26" fmla="*/ 191 w 354"/>
              <a:gd name="T27" fmla="*/ 236 h 354"/>
              <a:gd name="T28" fmla="*/ 154 w 354"/>
              <a:gd name="T29" fmla="*/ 215 h 354"/>
              <a:gd name="T30" fmla="*/ 19 w 354"/>
              <a:gd name="T31" fmla="*/ 351 h 354"/>
              <a:gd name="T32" fmla="*/ 11 w 354"/>
              <a:gd name="T33" fmla="*/ 354 h 354"/>
              <a:gd name="T34" fmla="*/ 3 w 354"/>
              <a:gd name="T35" fmla="*/ 351 h 354"/>
              <a:gd name="T36" fmla="*/ 0 w 354"/>
              <a:gd name="T37" fmla="*/ 343 h 354"/>
              <a:gd name="T38" fmla="*/ 3 w 354"/>
              <a:gd name="T39" fmla="*/ 335 h 354"/>
              <a:gd name="T40" fmla="*/ 139 w 354"/>
              <a:gd name="T41" fmla="*/ 200 h 354"/>
              <a:gd name="T42" fmla="*/ 118 w 354"/>
              <a:gd name="T43" fmla="*/ 163 h 354"/>
              <a:gd name="T44" fmla="*/ 110 w 354"/>
              <a:gd name="T45" fmla="*/ 122 h 354"/>
              <a:gd name="T46" fmla="*/ 115 w 354"/>
              <a:gd name="T47" fmla="*/ 90 h 354"/>
              <a:gd name="T48" fmla="*/ 127 w 354"/>
              <a:gd name="T49" fmla="*/ 61 h 354"/>
              <a:gd name="T50" fmla="*/ 146 w 354"/>
              <a:gd name="T51" fmla="*/ 36 h 354"/>
              <a:gd name="T52" fmla="*/ 171 w 354"/>
              <a:gd name="T53" fmla="*/ 17 h 354"/>
              <a:gd name="T54" fmla="*/ 200 w 354"/>
              <a:gd name="T55" fmla="*/ 5 h 354"/>
              <a:gd name="T56" fmla="*/ 232 w 354"/>
              <a:gd name="T57" fmla="*/ 0 h 354"/>
              <a:gd name="T58" fmla="*/ 232 w 354"/>
              <a:gd name="T59" fmla="*/ 221 h 354"/>
              <a:gd name="T60" fmla="*/ 271 w 354"/>
              <a:gd name="T61" fmla="*/ 214 h 354"/>
              <a:gd name="T62" fmla="*/ 302 w 354"/>
              <a:gd name="T63" fmla="*/ 192 h 354"/>
              <a:gd name="T64" fmla="*/ 324 w 354"/>
              <a:gd name="T65" fmla="*/ 161 h 354"/>
              <a:gd name="T66" fmla="*/ 331 w 354"/>
              <a:gd name="T67" fmla="*/ 122 h 354"/>
              <a:gd name="T68" fmla="*/ 324 w 354"/>
              <a:gd name="T69" fmla="*/ 83 h 354"/>
              <a:gd name="T70" fmla="*/ 302 w 354"/>
              <a:gd name="T71" fmla="*/ 52 h 354"/>
              <a:gd name="T72" fmla="*/ 271 w 354"/>
              <a:gd name="T73" fmla="*/ 30 h 354"/>
              <a:gd name="T74" fmla="*/ 232 w 354"/>
              <a:gd name="T75" fmla="*/ 23 h 354"/>
              <a:gd name="T76" fmla="*/ 193 w 354"/>
              <a:gd name="T77" fmla="*/ 30 h 354"/>
              <a:gd name="T78" fmla="*/ 162 w 354"/>
              <a:gd name="T79" fmla="*/ 52 h 354"/>
              <a:gd name="T80" fmla="*/ 140 w 354"/>
              <a:gd name="T81" fmla="*/ 83 h 354"/>
              <a:gd name="T82" fmla="*/ 133 w 354"/>
              <a:gd name="T83" fmla="*/ 122 h 354"/>
              <a:gd name="T84" fmla="*/ 140 w 354"/>
              <a:gd name="T85" fmla="*/ 161 h 354"/>
              <a:gd name="T86" fmla="*/ 162 w 354"/>
              <a:gd name="T87" fmla="*/ 192 h 354"/>
              <a:gd name="T88" fmla="*/ 193 w 354"/>
              <a:gd name="T89" fmla="*/ 214 h 354"/>
              <a:gd name="T90" fmla="*/ 232 w 354"/>
              <a:gd name="T91" fmla="*/ 221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54" h="354">
                <a:moveTo>
                  <a:pt x="232" y="0"/>
                </a:moveTo>
                <a:cubicBezTo>
                  <a:pt x="243" y="0"/>
                  <a:pt x="254" y="2"/>
                  <a:pt x="264" y="5"/>
                </a:cubicBezTo>
                <a:cubicBezTo>
                  <a:pt x="275" y="8"/>
                  <a:pt x="284" y="12"/>
                  <a:pt x="293" y="17"/>
                </a:cubicBezTo>
                <a:cubicBezTo>
                  <a:pt x="302" y="22"/>
                  <a:pt x="310" y="29"/>
                  <a:pt x="318" y="36"/>
                </a:cubicBezTo>
                <a:cubicBezTo>
                  <a:pt x="325" y="44"/>
                  <a:pt x="332" y="52"/>
                  <a:pt x="337" y="61"/>
                </a:cubicBezTo>
                <a:cubicBezTo>
                  <a:pt x="342" y="70"/>
                  <a:pt x="346" y="79"/>
                  <a:pt x="349" y="90"/>
                </a:cubicBezTo>
                <a:cubicBezTo>
                  <a:pt x="352" y="100"/>
                  <a:pt x="354" y="111"/>
                  <a:pt x="354" y="122"/>
                </a:cubicBezTo>
                <a:cubicBezTo>
                  <a:pt x="354" y="133"/>
                  <a:pt x="352" y="144"/>
                  <a:pt x="349" y="154"/>
                </a:cubicBezTo>
                <a:cubicBezTo>
                  <a:pt x="346" y="165"/>
                  <a:pt x="342" y="174"/>
                  <a:pt x="337" y="183"/>
                </a:cubicBezTo>
                <a:cubicBezTo>
                  <a:pt x="332" y="192"/>
                  <a:pt x="325" y="200"/>
                  <a:pt x="318" y="208"/>
                </a:cubicBezTo>
                <a:cubicBezTo>
                  <a:pt x="310" y="215"/>
                  <a:pt x="302" y="222"/>
                  <a:pt x="293" y="227"/>
                </a:cubicBezTo>
                <a:cubicBezTo>
                  <a:pt x="284" y="232"/>
                  <a:pt x="275" y="236"/>
                  <a:pt x="264" y="239"/>
                </a:cubicBezTo>
                <a:cubicBezTo>
                  <a:pt x="254" y="242"/>
                  <a:pt x="243" y="244"/>
                  <a:pt x="232" y="244"/>
                </a:cubicBezTo>
                <a:cubicBezTo>
                  <a:pt x="218" y="244"/>
                  <a:pt x="204" y="241"/>
                  <a:pt x="191" y="236"/>
                </a:cubicBezTo>
                <a:cubicBezTo>
                  <a:pt x="177" y="231"/>
                  <a:pt x="165" y="224"/>
                  <a:pt x="154" y="215"/>
                </a:cubicBezTo>
                <a:lnTo>
                  <a:pt x="19" y="351"/>
                </a:lnTo>
                <a:cubicBezTo>
                  <a:pt x="17" y="353"/>
                  <a:pt x="14" y="354"/>
                  <a:pt x="11" y="354"/>
                </a:cubicBezTo>
                <a:cubicBezTo>
                  <a:pt x="8" y="354"/>
                  <a:pt x="5" y="353"/>
                  <a:pt x="3" y="351"/>
                </a:cubicBezTo>
                <a:cubicBezTo>
                  <a:pt x="1" y="349"/>
                  <a:pt x="0" y="346"/>
                  <a:pt x="0" y="343"/>
                </a:cubicBezTo>
                <a:cubicBezTo>
                  <a:pt x="0" y="340"/>
                  <a:pt x="1" y="337"/>
                  <a:pt x="3" y="335"/>
                </a:cubicBezTo>
                <a:lnTo>
                  <a:pt x="139" y="200"/>
                </a:lnTo>
                <a:cubicBezTo>
                  <a:pt x="130" y="189"/>
                  <a:pt x="123" y="177"/>
                  <a:pt x="118" y="163"/>
                </a:cubicBezTo>
                <a:cubicBezTo>
                  <a:pt x="113" y="150"/>
                  <a:pt x="110" y="136"/>
                  <a:pt x="110" y="122"/>
                </a:cubicBezTo>
                <a:cubicBezTo>
                  <a:pt x="110" y="111"/>
                  <a:pt x="112" y="100"/>
                  <a:pt x="115" y="90"/>
                </a:cubicBezTo>
                <a:cubicBezTo>
                  <a:pt x="118" y="79"/>
                  <a:pt x="122" y="70"/>
                  <a:pt x="127" y="61"/>
                </a:cubicBezTo>
                <a:cubicBezTo>
                  <a:pt x="132" y="52"/>
                  <a:pt x="139" y="44"/>
                  <a:pt x="146" y="36"/>
                </a:cubicBezTo>
                <a:cubicBezTo>
                  <a:pt x="154" y="29"/>
                  <a:pt x="162" y="22"/>
                  <a:pt x="171" y="17"/>
                </a:cubicBezTo>
                <a:cubicBezTo>
                  <a:pt x="180" y="12"/>
                  <a:pt x="189" y="8"/>
                  <a:pt x="200" y="5"/>
                </a:cubicBezTo>
                <a:cubicBezTo>
                  <a:pt x="210" y="2"/>
                  <a:pt x="221" y="0"/>
                  <a:pt x="232" y="0"/>
                </a:cubicBezTo>
                <a:close/>
                <a:moveTo>
                  <a:pt x="232" y="221"/>
                </a:moveTo>
                <a:cubicBezTo>
                  <a:pt x="246" y="221"/>
                  <a:pt x="259" y="219"/>
                  <a:pt x="271" y="214"/>
                </a:cubicBezTo>
                <a:cubicBezTo>
                  <a:pt x="283" y="208"/>
                  <a:pt x="293" y="201"/>
                  <a:pt x="302" y="192"/>
                </a:cubicBezTo>
                <a:cubicBezTo>
                  <a:pt x="311" y="183"/>
                  <a:pt x="318" y="173"/>
                  <a:pt x="324" y="161"/>
                </a:cubicBezTo>
                <a:cubicBezTo>
                  <a:pt x="329" y="149"/>
                  <a:pt x="331" y="136"/>
                  <a:pt x="331" y="122"/>
                </a:cubicBezTo>
                <a:cubicBezTo>
                  <a:pt x="331" y="108"/>
                  <a:pt x="329" y="95"/>
                  <a:pt x="324" y="83"/>
                </a:cubicBezTo>
                <a:cubicBezTo>
                  <a:pt x="318" y="71"/>
                  <a:pt x="311" y="61"/>
                  <a:pt x="302" y="52"/>
                </a:cubicBezTo>
                <a:cubicBezTo>
                  <a:pt x="293" y="43"/>
                  <a:pt x="283" y="36"/>
                  <a:pt x="271" y="30"/>
                </a:cubicBezTo>
                <a:cubicBezTo>
                  <a:pt x="259" y="25"/>
                  <a:pt x="246" y="23"/>
                  <a:pt x="232" y="23"/>
                </a:cubicBezTo>
                <a:cubicBezTo>
                  <a:pt x="218" y="23"/>
                  <a:pt x="205" y="25"/>
                  <a:pt x="193" y="30"/>
                </a:cubicBezTo>
                <a:cubicBezTo>
                  <a:pt x="181" y="36"/>
                  <a:pt x="171" y="43"/>
                  <a:pt x="162" y="52"/>
                </a:cubicBezTo>
                <a:cubicBezTo>
                  <a:pt x="153" y="61"/>
                  <a:pt x="146" y="71"/>
                  <a:pt x="140" y="83"/>
                </a:cubicBezTo>
                <a:cubicBezTo>
                  <a:pt x="135" y="95"/>
                  <a:pt x="133" y="108"/>
                  <a:pt x="133" y="122"/>
                </a:cubicBezTo>
                <a:cubicBezTo>
                  <a:pt x="133" y="136"/>
                  <a:pt x="135" y="149"/>
                  <a:pt x="140" y="161"/>
                </a:cubicBezTo>
                <a:cubicBezTo>
                  <a:pt x="146" y="173"/>
                  <a:pt x="153" y="183"/>
                  <a:pt x="162" y="192"/>
                </a:cubicBezTo>
                <a:cubicBezTo>
                  <a:pt x="171" y="201"/>
                  <a:pt x="181" y="208"/>
                  <a:pt x="193" y="214"/>
                </a:cubicBezTo>
                <a:cubicBezTo>
                  <a:pt x="205" y="219"/>
                  <a:pt x="218" y="221"/>
                  <a:pt x="232" y="22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5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7884368" y="251356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chemeClr val="bg1">
                      <a:alpha val="20000"/>
                    </a:schemeClr>
                  </a:solidFill>
                </a:ln>
                <a:latin typeface="-윤고딕340" panose="02030504000101010101" pitchFamily="18" charset="-127"/>
                <a:ea typeface="-윤고딕340" panose="02030504000101010101" pitchFamily="18" charset="-127"/>
              </a:rPr>
              <a:t>체대남친</a:t>
            </a:r>
            <a:endParaRPr lang="ko-KR" altLang="en-US" dirty="0">
              <a:ln>
                <a:solidFill>
                  <a:schemeClr val="bg1">
                    <a:alpha val="20000"/>
                  </a:schemeClr>
                </a:solidFill>
              </a:ln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pic>
        <p:nvPicPr>
          <p:cNvPr id="87" name="그림 8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33149"/>
            <a:ext cx="432048" cy="429069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7884368" y="547683"/>
            <a:ext cx="1103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Hellgater.com</a:t>
            </a:r>
            <a:endParaRPr lang="ko-KR" altLang="en-US" sz="1100" dirty="0"/>
          </a:p>
        </p:txBody>
      </p:sp>
      <p:sp>
        <p:nvSpPr>
          <p:cNvPr id="2" name="AutoShape 4" descr="엑셀 로고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AutoShape 6" descr="엑셀 로고에 대한 이미지 검색결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56308" y="1124744"/>
            <a:ext cx="1881186" cy="432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오프라</a:t>
            </a:r>
            <a:r>
              <a:rPr lang="ko-KR" altLang="en-US" dirty="0"/>
              <a:t>인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563888" y="1772816"/>
            <a:ext cx="1881101" cy="4320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경기장</a:t>
            </a:r>
            <a:endParaRPr lang="ko-KR" altLang="en-US" dirty="0"/>
          </a:p>
        </p:txBody>
      </p:sp>
      <p:pic>
        <p:nvPicPr>
          <p:cNvPr id="4098" name="Picture 2" descr="D:\Dropbox\판교 헬스장\경기장\6주차 푸쉬업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07" y="2204864"/>
            <a:ext cx="7860109" cy="442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Box"/>
          <p:cNvSpPr/>
          <p:nvPr/>
        </p:nvSpPr>
        <p:spPr>
          <a:xfrm>
            <a:off x="467544" y="155486"/>
            <a:ext cx="6624736" cy="723671"/>
          </a:xfrm>
          <a:prstGeom prst="rect">
            <a:avLst/>
          </a:prstGeom>
          <a:solidFill>
            <a:srgbClr val="F2F2F2"/>
          </a:solidFill>
          <a:ln>
            <a:solidFill>
              <a:srgbClr val="8F8F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rPr>
              <a:t>When Where   </a:t>
            </a:r>
            <a:r>
              <a:rPr lang="ko-KR" altLang="en-US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rPr>
              <a:t>아융팩때 한것은</a:t>
            </a:r>
            <a:r>
              <a:rPr lang="en-US" altLang="ko-KR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rPr>
              <a:t>?</a:t>
            </a:r>
            <a:endParaRPr lang="en-US" sz="2400" noProof="1" smtClean="0">
              <a:solidFill>
                <a:srgbClr val="000000"/>
              </a:solidFill>
              <a:latin typeface="KT&amp;G 상상제목 B" pitchFamily="2" charset="-127"/>
              <a:ea typeface="KT&amp;G 상상제목 B" pitchFamily="2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49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/>
          <p:cNvSpPr/>
          <p:nvPr/>
        </p:nvSpPr>
        <p:spPr>
          <a:xfrm>
            <a:off x="7884368" y="251356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chemeClr val="bg1">
                      <a:alpha val="20000"/>
                    </a:schemeClr>
                  </a:solidFill>
                </a:ln>
                <a:latin typeface="-윤고딕340" panose="02030504000101010101" pitchFamily="18" charset="-127"/>
                <a:ea typeface="-윤고딕340" panose="02030504000101010101" pitchFamily="18" charset="-127"/>
              </a:rPr>
              <a:t>체대남친</a:t>
            </a:r>
            <a:endParaRPr lang="ko-KR" altLang="en-US" dirty="0">
              <a:ln>
                <a:solidFill>
                  <a:schemeClr val="bg1">
                    <a:alpha val="20000"/>
                  </a:schemeClr>
                </a:solidFill>
              </a:ln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pic>
        <p:nvPicPr>
          <p:cNvPr id="87" name="그림 8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33149"/>
            <a:ext cx="432048" cy="429069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7884368" y="547683"/>
            <a:ext cx="1103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Hellgater.com</a:t>
            </a:r>
            <a:endParaRPr lang="ko-KR" altLang="en-US" sz="1100" dirty="0"/>
          </a:p>
        </p:txBody>
      </p:sp>
      <p:sp>
        <p:nvSpPr>
          <p:cNvPr id="2" name="AutoShape 4" descr="엑셀 로고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AutoShape 6" descr="엑셀 로고에 대한 이미지 검색결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56308" y="1124744"/>
            <a:ext cx="1881186" cy="432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오프라</a:t>
            </a:r>
            <a:r>
              <a:rPr lang="ko-KR" altLang="en-US" dirty="0"/>
              <a:t>인</a:t>
            </a:r>
          </a:p>
        </p:txBody>
      </p:sp>
      <p:pic>
        <p:nvPicPr>
          <p:cNvPr id="17" name="Picture 4" descr="D:\Dropbox\판교 헬스장\요일던전\지옥의탑 설명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708920"/>
            <a:ext cx="2036313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/>
          <p:cNvSpPr/>
          <p:nvPr/>
        </p:nvSpPr>
        <p:spPr>
          <a:xfrm>
            <a:off x="2057317" y="2071325"/>
            <a:ext cx="1881101" cy="4320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요일던</a:t>
            </a:r>
            <a:r>
              <a:rPr lang="ko-KR" altLang="en-US" dirty="0" err="1"/>
              <a:t>전</a:t>
            </a:r>
            <a:endParaRPr lang="ko-KR" altLang="en-US" dirty="0"/>
          </a:p>
        </p:txBody>
      </p:sp>
      <p:pic>
        <p:nvPicPr>
          <p:cNvPr id="5122" name="Picture 2" descr="D:\Dropbox\판교 헬스장\요일던전\하체지옥2 점핑스쿼트 빈봉스쿼트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115" y="3943887"/>
            <a:ext cx="2036312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D:\Dropbox\판교 헬스장\요일던전\하체지옥1 런지 고블릿(케틀벨)스쿼트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650" y="3943887"/>
            <a:ext cx="2036312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D:\Dropbox\판교 헬스장\요일던전\전면지옥2 벤치, 덤벨프레스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410" y="1063887"/>
            <a:ext cx="2036312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D:\Dropbox\판교 헬스장\요일던전\전면지옥1 푸쉬업, 체스트프레스머신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754" y="1063887"/>
            <a:ext cx="2036312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Box"/>
          <p:cNvSpPr/>
          <p:nvPr/>
        </p:nvSpPr>
        <p:spPr>
          <a:xfrm>
            <a:off x="467544" y="155486"/>
            <a:ext cx="6624736" cy="723671"/>
          </a:xfrm>
          <a:prstGeom prst="rect">
            <a:avLst/>
          </a:prstGeom>
          <a:solidFill>
            <a:srgbClr val="F2F2F2"/>
          </a:solidFill>
          <a:ln>
            <a:solidFill>
              <a:srgbClr val="8F8F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rPr>
              <a:t>When Where   </a:t>
            </a:r>
            <a:r>
              <a:rPr lang="ko-KR" altLang="en-US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rPr>
              <a:t>아융팩때 한것은</a:t>
            </a:r>
            <a:r>
              <a:rPr lang="en-US" altLang="ko-KR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rPr>
              <a:t>?</a:t>
            </a:r>
            <a:endParaRPr lang="en-US" sz="2400" noProof="1" smtClean="0">
              <a:solidFill>
                <a:srgbClr val="000000"/>
              </a:solidFill>
              <a:latin typeface="KT&amp;G 상상제목 B" pitchFamily="2" charset="-127"/>
              <a:ea typeface="KT&amp;G 상상제목 B" pitchFamily="2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43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5796553"/>
            <a:ext cx="7515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 smtClean="0"/>
              <a:t>노동집약적</a:t>
            </a:r>
            <a:r>
              <a:rPr lang="en-US" altLang="ko-KR" sz="3200" b="1" dirty="0" smtClean="0"/>
              <a:t>, </a:t>
            </a:r>
            <a:r>
              <a:rPr lang="ko-KR" altLang="en-US" sz="3200" b="1" dirty="0" smtClean="0"/>
              <a:t>반복성</a:t>
            </a:r>
            <a:r>
              <a:rPr lang="en-US" altLang="ko-KR" sz="3200" b="1" dirty="0" smtClean="0"/>
              <a:t>(</a:t>
            </a:r>
            <a:r>
              <a:rPr lang="ko-KR" altLang="en-US" sz="3200" b="1" dirty="0" err="1" smtClean="0"/>
              <a:t>재구매</a:t>
            </a:r>
            <a:r>
              <a:rPr lang="en-US" altLang="ko-KR" sz="3200" b="1" dirty="0" smtClean="0"/>
              <a:t>),  </a:t>
            </a:r>
            <a:r>
              <a:rPr lang="ko-KR" altLang="en-US" sz="3200" b="1" dirty="0" err="1" smtClean="0"/>
              <a:t>확장성</a:t>
            </a:r>
            <a:endParaRPr lang="en-US" altLang="ko-KR" sz="3200" b="1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429853" y="3801814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 smtClean="0">
              <a:latin typeface="+mn-ea"/>
            </a:endParaRPr>
          </a:p>
          <a:p>
            <a:r>
              <a:rPr lang="en-US" altLang="ko-KR" dirty="0" smtClean="0">
                <a:latin typeface="+mn-ea"/>
              </a:rPr>
              <a:t>60</a:t>
            </a:r>
            <a:r>
              <a:rPr lang="ko-KR" altLang="en-US" dirty="0" smtClean="0">
                <a:latin typeface="+mn-ea"/>
              </a:rPr>
              <a:t>여명 테스트</a:t>
            </a:r>
            <a:r>
              <a:rPr lang="en-US" altLang="ko-KR" dirty="0" smtClean="0">
                <a:latin typeface="+mn-ea"/>
              </a:rPr>
              <a:t>.</a:t>
            </a:r>
          </a:p>
          <a:p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평균 </a:t>
            </a:r>
            <a:r>
              <a:rPr lang="ko-KR" altLang="en-US" dirty="0" err="1" smtClean="0">
                <a:solidFill>
                  <a:srgbClr val="FF0000"/>
                </a:solidFill>
                <a:latin typeface="+mn-ea"/>
              </a:rPr>
              <a:t>한달에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 체지방률 </a:t>
            </a:r>
            <a:r>
              <a:rPr lang="en-US" altLang="ko-KR" dirty="0" smtClean="0">
                <a:solidFill>
                  <a:srgbClr val="FF0000"/>
                </a:solidFill>
                <a:latin typeface="+mn-ea"/>
              </a:rPr>
              <a:t>1.6% 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감소</a:t>
            </a:r>
            <a:r>
              <a:rPr lang="en-US" altLang="ko-KR" dirty="0" smtClean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dirty="0" err="1" smtClean="0">
                <a:solidFill>
                  <a:srgbClr val="FF0000"/>
                </a:solidFill>
                <a:latin typeface="+mn-ea"/>
              </a:rPr>
              <a:t>근육량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  <a:latin typeface="+mn-ea"/>
              </a:rPr>
              <a:t>0.6kg 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증가</a:t>
            </a:r>
            <a:endParaRPr lang="en-US" altLang="ko-KR" dirty="0" smtClean="0">
              <a:solidFill>
                <a:srgbClr val="FF0000"/>
              </a:solidFill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웃음이 넘치는 헬스장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하루의 힘이 되는 곳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다녔던 헬스장 중 최고</a:t>
            </a:r>
            <a:endParaRPr lang="ko-KR" altLang="en-US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95736" y="658508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smtClean="0"/>
              <a:t>문제점</a:t>
            </a:r>
            <a:endParaRPr lang="ko-KR" altLang="en-US" sz="2800"/>
          </a:p>
        </p:txBody>
      </p:sp>
      <p:sp>
        <p:nvSpPr>
          <p:cNvPr id="6" name="직사각형 5"/>
          <p:cNvSpPr/>
          <p:nvPr/>
        </p:nvSpPr>
        <p:spPr>
          <a:xfrm>
            <a:off x="457153" y="1556792"/>
            <a:ext cx="1881186" cy="432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온</a:t>
            </a:r>
            <a:r>
              <a:rPr lang="ko-KR" altLang="en-US" dirty="0" smtClean="0"/>
              <a:t>라인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457152" y="2051263"/>
            <a:ext cx="74992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+mn-ea"/>
              </a:rPr>
              <a:t>6</a:t>
            </a:r>
            <a:r>
              <a:rPr lang="ko-KR" altLang="en-US" dirty="0">
                <a:latin typeface="+mn-ea"/>
              </a:rPr>
              <a:t>명 테스트</a:t>
            </a:r>
            <a:r>
              <a:rPr lang="en-US" altLang="ko-KR" dirty="0">
                <a:latin typeface="+mn-ea"/>
              </a:rPr>
              <a:t>.</a:t>
            </a:r>
          </a:p>
          <a:p>
            <a:r>
              <a:rPr lang="en-US" altLang="ko-KR" dirty="0">
                <a:solidFill>
                  <a:srgbClr val="FF0000"/>
                </a:solidFill>
                <a:latin typeface="+mn-ea"/>
              </a:rPr>
              <a:t>3</a:t>
            </a:r>
            <a:r>
              <a:rPr lang="ko-KR" altLang="en-US" dirty="0" err="1">
                <a:solidFill>
                  <a:srgbClr val="FF0000"/>
                </a:solidFill>
                <a:latin typeface="+mn-ea"/>
              </a:rPr>
              <a:t>주만에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 체지방률 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6%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감소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rgbClr val="FF0000"/>
                </a:solidFill>
                <a:latin typeface="+mn-ea"/>
              </a:rPr>
              <a:t>근육량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1.1kg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증가</a:t>
            </a:r>
            <a:endParaRPr lang="en-US" altLang="ko-KR" dirty="0">
              <a:solidFill>
                <a:srgbClr val="FF0000"/>
              </a:solidFill>
              <a:latin typeface="+mn-ea"/>
            </a:endParaRPr>
          </a:p>
          <a:p>
            <a:r>
              <a:rPr lang="ko-KR" altLang="en-US" dirty="0">
                <a:latin typeface="+mn-ea"/>
              </a:rPr>
              <a:t>운동에 대한 흥미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 err="1">
                <a:latin typeface="+mn-ea"/>
              </a:rPr>
              <a:t>폭식증</a:t>
            </a:r>
            <a:r>
              <a:rPr lang="ko-KR" altLang="en-US" dirty="0">
                <a:latin typeface="+mn-ea"/>
              </a:rPr>
              <a:t> 탈출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생리통 사라짐</a:t>
            </a:r>
            <a:endParaRPr lang="en-US" altLang="ko-KR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7153" y="3605428"/>
            <a:ext cx="1881186" cy="39277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오</a:t>
            </a:r>
            <a:r>
              <a:rPr lang="ko-KR" altLang="en-US" dirty="0"/>
              <a:t>프</a:t>
            </a:r>
            <a:r>
              <a:rPr lang="ko-KR" altLang="en-US" dirty="0" smtClean="0"/>
              <a:t>라인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177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1916832"/>
            <a:ext cx="84969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/>
              <a:t>헬스장 운영 </a:t>
            </a:r>
            <a:r>
              <a:rPr lang="en-US" altLang="ko-KR" sz="2800" dirty="0" smtClean="0"/>
              <a:t>2</a:t>
            </a:r>
            <a:r>
              <a:rPr lang="ko-KR" altLang="en-US" sz="2800" dirty="0" smtClean="0"/>
              <a:t>월 </a:t>
            </a:r>
            <a:r>
              <a:rPr lang="en-US" altLang="ko-KR" sz="2800" dirty="0" smtClean="0"/>
              <a:t>28</a:t>
            </a:r>
            <a:r>
              <a:rPr lang="ko-KR" altLang="en-US" sz="2800" dirty="0" smtClean="0"/>
              <a:t>일 끝</a:t>
            </a:r>
            <a:r>
              <a:rPr lang="en-US" altLang="ko-KR" sz="2800" dirty="0" smtClean="0"/>
              <a:t>. -&gt; </a:t>
            </a:r>
            <a:r>
              <a:rPr lang="ko-KR" altLang="en-US" sz="2800" dirty="0" smtClean="0"/>
              <a:t>생존을 위한 경제활동</a:t>
            </a:r>
            <a:endParaRPr lang="en-US" altLang="ko-KR" sz="2800" dirty="0" smtClean="0"/>
          </a:p>
          <a:p>
            <a:pPr algn="ctr">
              <a:lnSpc>
                <a:spcPct val="150000"/>
              </a:lnSpc>
            </a:pPr>
            <a:r>
              <a:rPr lang="ko-KR" altLang="en-US" sz="2800" dirty="0" smtClean="0"/>
              <a:t>중단이 아닌 몰입을 위한 </a:t>
            </a:r>
            <a:r>
              <a:rPr lang="ko-KR" altLang="en-US" sz="2800" dirty="0" err="1" smtClean="0"/>
              <a:t>일시중지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894653" y="4926755"/>
            <a:ext cx="5256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 smtClean="0"/>
              <a:t>개발 역량 강화</a:t>
            </a:r>
            <a:endParaRPr lang="en-US" altLang="ko-KR" sz="2800" dirty="0" smtClean="0"/>
          </a:p>
        </p:txBody>
      </p:sp>
      <p:sp>
        <p:nvSpPr>
          <p:cNvPr id="6" name="Text Box"/>
          <p:cNvSpPr/>
          <p:nvPr/>
        </p:nvSpPr>
        <p:spPr>
          <a:xfrm>
            <a:off x="467544" y="155486"/>
            <a:ext cx="6624736" cy="723671"/>
          </a:xfrm>
          <a:prstGeom prst="rect">
            <a:avLst/>
          </a:prstGeom>
          <a:solidFill>
            <a:srgbClr val="F2F2F2"/>
          </a:solidFill>
          <a:ln>
            <a:solidFill>
              <a:srgbClr val="8F8F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286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rPr>
              <a:t>When Where   </a:t>
            </a:r>
            <a:r>
              <a:rPr lang="ko-KR" altLang="en-US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rPr>
              <a:t>앞으로의 계획은</a:t>
            </a:r>
            <a:r>
              <a:rPr lang="en-US" altLang="ko-KR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rPr>
              <a:t>?</a:t>
            </a:r>
            <a:endParaRPr lang="en-US" sz="2400" noProof="1" smtClean="0">
              <a:solidFill>
                <a:srgbClr val="000000"/>
              </a:solidFill>
              <a:latin typeface="KT&amp;G 상상제목 B" pitchFamily="2" charset="-127"/>
              <a:ea typeface="KT&amp;G 상상제목 B" pitchFamily="2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66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우야\체대남친 로고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258" y="980728"/>
            <a:ext cx="4001464" cy="381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5379491"/>
            <a:ext cx="4084443" cy="122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85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332656"/>
            <a:ext cx="7992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smtClean="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온라인 </a:t>
            </a:r>
            <a:r>
              <a:rPr lang="en-US" altLang="ko-KR" sz="4000" dirty="0" smtClean="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PT </a:t>
            </a:r>
            <a:r>
              <a:rPr lang="ko-KR" altLang="en-US" sz="4000" dirty="0" smtClean="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-윤고딕340" panose="02030504000101010101" pitchFamily="18" charset="-127"/>
                <a:ea typeface="-윤고딕340" panose="02030504000101010101" pitchFamily="18" charset="-127"/>
              </a:rPr>
              <a:t>경쟁사</a:t>
            </a:r>
            <a:endParaRPr lang="ko-KR" altLang="en-US" sz="4000" dirty="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14" y="2002574"/>
            <a:ext cx="967212" cy="9515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32606" y="2313789"/>
            <a:ext cx="234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마이 트레이너 </a:t>
            </a:r>
            <a:r>
              <a:rPr lang="en-US" altLang="ko-KR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&lt;</a:t>
            </a:r>
            <a:r>
              <a:rPr lang="ko-KR" altLang="en-US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다시</a:t>
            </a:r>
            <a:r>
              <a:rPr lang="en-US" altLang="ko-KR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&gt;</a:t>
            </a:r>
            <a:endParaRPr lang="ko-KR" altLang="en-US" dirty="0">
              <a:solidFill>
                <a:schemeClr val="bg1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14" y="3327274"/>
            <a:ext cx="898126" cy="898127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330580"/>
            <a:ext cx="914358" cy="894821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246" y="4580418"/>
            <a:ext cx="960151" cy="1008823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244" y="2006594"/>
            <a:ext cx="967212" cy="9794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32606" y="3572603"/>
            <a:ext cx="234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다이어트의 신 </a:t>
            </a:r>
            <a:r>
              <a:rPr lang="en-US" altLang="ko-KR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&lt;</a:t>
            </a:r>
            <a:r>
              <a:rPr lang="ko-KR" altLang="en-US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다신</a:t>
            </a:r>
            <a:r>
              <a:rPr lang="en-US" altLang="ko-KR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&gt;</a:t>
            </a:r>
            <a:endParaRPr lang="ko-KR" altLang="en-US" dirty="0">
              <a:solidFill>
                <a:schemeClr val="bg1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32606" y="4921492"/>
            <a:ext cx="234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눔 코치</a:t>
            </a:r>
            <a:endParaRPr lang="ko-KR" altLang="en-US" dirty="0">
              <a:solidFill>
                <a:schemeClr val="bg1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99520" y="3501010"/>
            <a:ext cx="2348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다이어트 노트</a:t>
            </a:r>
            <a:r>
              <a:rPr lang="en-US" altLang="ko-KR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(</a:t>
            </a:r>
            <a:r>
              <a:rPr lang="ko-KR" altLang="en-US" dirty="0" err="1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다노</a:t>
            </a:r>
            <a:r>
              <a:rPr lang="en-US" altLang="ko-KR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)</a:t>
            </a:r>
          </a:p>
          <a:p>
            <a:pPr algn="ctr"/>
            <a:r>
              <a:rPr lang="ko-KR" altLang="en-US" dirty="0" err="1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코칭</a:t>
            </a:r>
            <a:r>
              <a:rPr lang="ko-KR" altLang="en-US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en-US" altLang="ko-KR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(</a:t>
            </a:r>
            <a:r>
              <a:rPr lang="ko-KR" altLang="en-US" dirty="0" err="1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마이다노</a:t>
            </a:r>
            <a:r>
              <a:rPr lang="en-US" altLang="ko-KR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27512" y="2332363"/>
            <a:ext cx="234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삼성의 </a:t>
            </a:r>
            <a:r>
              <a:rPr lang="en-US" altLang="ko-KR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S</a:t>
            </a:r>
            <a:r>
              <a:rPr lang="ko-KR" altLang="en-US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헬스</a:t>
            </a:r>
            <a:endParaRPr lang="ko-KR" altLang="en-US" dirty="0">
              <a:solidFill>
                <a:schemeClr val="bg1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27512" y="4921492"/>
            <a:ext cx="234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운동코치 </a:t>
            </a:r>
            <a:r>
              <a:rPr lang="ko-KR" altLang="en-US" dirty="0" err="1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짐데이</a:t>
            </a:r>
            <a:endParaRPr lang="ko-KR" altLang="en-US" dirty="0">
              <a:solidFill>
                <a:schemeClr val="bg1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14" y="4642775"/>
            <a:ext cx="940862" cy="88916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23528" y="1340416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다이어트</a:t>
            </a:r>
            <a:r>
              <a:rPr lang="en-US" altLang="ko-KR" dirty="0" err="1" smtClean="0">
                <a:solidFill>
                  <a:schemeClr val="bg1"/>
                </a:solidFill>
              </a:rPr>
              <a:t>vs</a:t>
            </a:r>
            <a:r>
              <a:rPr lang="ko-KR" altLang="en-US" dirty="0" err="1" smtClean="0">
                <a:solidFill>
                  <a:schemeClr val="bg1"/>
                </a:solidFill>
              </a:rPr>
              <a:t>웨이트트레이닝</a:t>
            </a:r>
            <a:r>
              <a:rPr lang="ko-KR" altLang="en-US" dirty="0" smtClean="0">
                <a:solidFill>
                  <a:schemeClr val="bg1"/>
                </a:solidFill>
              </a:rPr>
              <a:t>  </a:t>
            </a:r>
            <a:r>
              <a:rPr lang="en-US" altLang="ko-KR" dirty="0" smtClean="0">
                <a:solidFill>
                  <a:schemeClr val="bg1"/>
                </a:solidFill>
              </a:rPr>
              <a:t>	</a:t>
            </a:r>
            <a:r>
              <a:rPr lang="ko-KR" altLang="en-US" dirty="0" smtClean="0">
                <a:solidFill>
                  <a:schemeClr val="bg1"/>
                </a:solidFill>
              </a:rPr>
              <a:t>운동</a:t>
            </a:r>
            <a:r>
              <a:rPr lang="en-US" altLang="ko-KR" dirty="0" err="1" smtClean="0">
                <a:solidFill>
                  <a:schemeClr val="bg1"/>
                </a:solidFill>
              </a:rPr>
              <a:t>vs</a:t>
            </a:r>
            <a:r>
              <a:rPr lang="ko-KR" altLang="en-US" dirty="0" smtClean="0">
                <a:solidFill>
                  <a:schemeClr val="bg1"/>
                </a:solidFill>
              </a:rPr>
              <a:t>음식</a:t>
            </a:r>
            <a:r>
              <a:rPr lang="en-US" altLang="ko-KR" dirty="0" err="1" smtClean="0">
                <a:solidFill>
                  <a:schemeClr val="bg1"/>
                </a:solidFill>
              </a:rPr>
              <a:t>vs</a:t>
            </a:r>
            <a:r>
              <a:rPr lang="ko-KR" altLang="en-US" dirty="0" smtClean="0">
                <a:solidFill>
                  <a:schemeClr val="bg1"/>
                </a:solidFill>
              </a:rPr>
              <a:t>습관   </a:t>
            </a:r>
            <a:r>
              <a:rPr lang="en-US" altLang="ko-KR" dirty="0" smtClean="0">
                <a:solidFill>
                  <a:schemeClr val="bg1"/>
                </a:solidFill>
              </a:rPr>
              <a:t>	  </a:t>
            </a:r>
            <a:r>
              <a:rPr lang="ko-KR" altLang="en-US" dirty="0" err="1" smtClean="0">
                <a:solidFill>
                  <a:schemeClr val="bg1"/>
                </a:solidFill>
              </a:rPr>
              <a:t>콘텐츠</a:t>
            </a:r>
            <a:r>
              <a:rPr lang="en-US" altLang="ko-KR" dirty="0" err="1" smtClean="0">
                <a:solidFill>
                  <a:schemeClr val="bg1"/>
                </a:solidFill>
              </a:rPr>
              <a:t>vs</a:t>
            </a:r>
            <a:r>
              <a:rPr lang="ko-KR" altLang="en-US" dirty="0" smtClean="0">
                <a:solidFill>
                  <a:schemeClr val="bg1"/>
                </a:solidFill>
              </a:rPr>
              <a:t>제품결합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3289400"/>
            <a:ext cx="925714" cy="936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04114" y="5989931"/>
            <a:ext cx="841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배달의민족 한나는 열한살" pitchFamily="50" charset="-127"/>
                <a:ea typeface="배달의민족 한나는 열한살" pitchFamily="50" charset="-127"/>
              </a:rPr>
              <a:t>MONIT      ABS Online Fit     </a:t>
            </a:r>
            <a:r>
              <a:rPr lang="en-US" altLang="ko-KR" dirty="0" err="1" smtClean="0">
                <a:solidFill>
                  <a:schemeClr val="bg1"/>
                </a:solidFill>
                <a:latin typeface="배달의민족 한나는 열한살" pitchFamily="50" charset="-127"/>
                <a:ea typeface="배달의민족 한나는 열한살" pitchFamily="50" charset="-127"/>
              </a:rPr>
              <a:t>Mechef</a:t>
            </a:r>
            <a:r>
              <a:rPr lang="en-US" altLang="ko-KR" dirty="0" smtClean="0">
                <a:solidFill>
                  <a:schemeClr val="bg1"/>
                </a:solidFill>
                <a:latin typeface="배달의민족 한나는 열한살" pitchFamily="50" charset="-127"/>
                <a:ea typeface="배달의민족 한나는 열한살" pitchFamily="50" charset="-127"/>
              </a:rPr>
              <a:t>     </a:t>
            </a:r>
            <a:r>
              <a:rPr lang="ko-KR" altLang="en-US" dirty="0" smtClean="0">
                <a:solidFill>
                  <a:schemeClr val="bg1"/>
                </a:solidFill>
                <a:latin typeface="배달의민족 한나는 열한살" pitchFamily="50" charset="-127"/>
                <a:ea typeface="배달의민족 한나는 열한살" pitchFamily="50" charset="-127"/>
              </a:rPr>
              <a:t>지태주 다이어트     모두의 트레이닝</a:t>
            </a:r>
            <a:endParaRPr lang="ko-KR" altLang="en-US" dirty="0">
              <a:solidFill>
                <a:schemeClr val="bg1"/>
              </a:solidFill>
              <a:latin typeface="배달의민족 한나는 열한살" pitchFamily="50" charset="-127"/>
              <a:ea typeface="배달의민족 한나는 열한살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820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Search Box" descr="&lt;SmartSettings&gt;&lt;SmartResize enabled=&quot;True&quot; minWidth=&quot;10&quot; minHeight=&quot;6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467544" y="155486"/>
            <a:ext cx="6624736" cy="723671"/>
            <a:chOff x="1355596" y="2263966"/>
            <a:chExt cx="2092683" cy="228600"/>
          </a:xfrm>
        </p:grpSpPr>
        <p:sp>
          <p:nvSpPr>
            <p:cNvPr id="71" name="Text Box"/>
            <p:cNvSpPr/>
            <p:nvPr/>
          </p:nvSpPr>
          <p:spPr>
            <a:xfrm>
              <a:off x="1355596" y="2263966"/>
              <a:ext cx="2092683" cy="2286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8F8F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286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What    </a:t>
              </a:r>
              <a:r>
                <a:rPr lang="ko-KR" altLang="en-US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이 분야의 선도 업체는</a:t>
              </a:r>
              <a:r>
                <a:rPr lang="en-US" altLang="ko-KR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?</a:t>
              </a:r>
              <a:endParaRPr lang="en-US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72" name="Search Icon" descr="&lt;SmartSettings&gt;&lt;SmartResize anchorLeft=&quot;None&quot; anchorTop=&quot;Non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266307" y="2319932"/>
              <a:ext cx="128312" cy="130347"/>
            </a:xfrm>
            <a:custGeom>
              <a:avLst/>
              <a:gdLst>
                <a:gd name="T0" fmla="*/ 232 w 354"/>
                <a:gd name="T1" fmla="*/ 0 h 354"/>
                <a:gd name="T2" fmla="*/ 264 w 354"/>
                <a:gd name="T3" fmla="*/ 5 h 354"/>
                <a:gd name="T4" fmla="*/ 293 w 354"/>
                <a:gd name="T5" fmla="*/ 17 h 354"/>
                <a:gd name="T6" fmla="*/ 318 w 354"/>
                <a:gd name="T7" fmla="*/ 36 h 354"/>
                <a:gd name="T8" fmla="*/ 337 w 354"/>
                <a:gd name="T9" fmla="*/ 61 h 354"/>
                <a:gd name="T10" fmla="*/ 349 w 354"/>
                <a:gd name="T11" fmla="*/ 90 h 354"/>
                <a:gd name="T12" fmla="*/ 354 w 354"/>
                <a:gd name="T13" fmla="*/ 122 h 354"/>
                <a:gd name="T14" fmla="*/ 349 w 354"/>
                <a:gd name="T15" fmla="*/ 154 h 354"/>
                <a:gd name="T16" fmla="*/ 337 w 354"/>
                <a:gd name="T17" fmla="*/ 183 h 354"/>
                <a:gd name="T18" fmla="*/ 318 w 354"/>
                <a:gd name="T19" fmla="*/ 208 h 354"/>
                <a:gd name="T20" fmla="*/ 293 w 354"/>
                <a:gd name="T21" fmla="*/ 227 h 354"/>
                <a:gd name="T22" fmla="*/ 264 w 354"/>
                <a:gd name="T23" fmla="*/ 239 h 354"/>
                <a:gd name="T24" fmla="*/ 232 w 354"/>
                <a:gd name="T25" fmla="*/ 244 h 354"/>
                <a:gd name="T26" fmla="*/ 191 w 354"/>
                <a:gd name="T27" fmla="*/ 236 h 354"/>
                <a:gd name="T28" fmla="*/ 154 w 354"/>
                <a:gd name="T29" fmla="*/ 215 h 354"/>
                <a:gd name="T30" fmla="*/ 19 w 354"/>
                <a:gd name="T31" fmla="*/ 351 h 354"/>
                <a:gd name="T32" fmla="*/ 11 w 354"/>
                <a:gd name="T33" fmla="*/ 354 h 354"/>
                <a:gd name="T34" fmla="*/ 3 w 354"/>
                <a:gd name="T35" fmla="*/ 351 h 354"/>
                <a:gd name="T36" fmla="*/ 0 w 354"/>
                <a:gd name="T37" fmla="*/ 343 h 354"/>
                <a:gd name="T38" fmla="*/ 3 w 354"/>
                <a:gd name="T39" fmla="*/ 335 h 354"/>
                <a:gd name="T40" fmla="*/ 139 w 354"/>
                <a:gd name="T41" fmla="*/ 200 h 354"/>
                <a:gd name="T42" fmla="*/ 118 w 354"/>
                <a:gd name="T43" fmla="*/ 163 h 354"/>
                <a:gd name="T44" fmla="*/ 110 w 354"/>
                <a:gd name="T45" fmla="*/ 122 h 354"/>
                <a:gd name="T46" fmla="*/ 115 w 354"/>
                <a:gd name="T47" fmla="*/ 90 h 354"/>
                <a:gd name="T48" fmla="*/ 127 w 354"/>
                <a:gd name="T49" fmla="*/ 61 h 354"/>
                <a:gd name="T50" fmla="*/ 146 w 354"/>
                <a:gd name="T51" fmla="*/ 36 h 354"/>
                <a:gd name="T52" fmla="*/ 171 w 354"/>
                <a:gd name="T53" fmla="*/ 17 h 354"/>
                <a:gd name="T54" fmla="*/ 200 w 354"/>
                <a:gd name="T55" fmla="*/ 5 h 354"/>
                <a:gd name="T56" fmla="*/ 232 w 354"/>
                <a:gd name="T57" fmla="*/ 0 h 354"/>
                <a:gd name="T58" fmla="*/ 232 w 354"/>
                <a:gd name="T59" fmla="*/ 221 h 354"/>
                <a:gd name="T60" fmla="*/ 271 w 354"/>
                <a:gd name="T61" fmla="*/ 214 h 354"/>
                <a:gd name="T62" fmla="*/ 302 w 354"/>
                <a:gd name="T63" fmla="*/ 192 h 354"/>
                <a:gd name="T64" fmla="*/ 324 w 354"/>
                <a:gd name="T65" fmla="*/ 161 h 354"/>
                <a:gd name="T66" fmla="*/ 331 w 354"/>
                <a:gd name="T67" fmla="*/ 122 h 354"/>
                <a:gd name="T68" fmla="*/ 324 w 354"/>
                <a:gd name="T69" fmla="*/ 83 h 354"/>
                <a:gd name="T70" fmla="*/ 302 w 354"/>
                <a:gd name="T71" fmla="*/ 52 h 354"/>
                <a:gd name="T72" fmla="*/ 271 w 354"/>
                <a:gd name="T73" fmla="*/ 30 h 354"/>
                <a:gd name="T74" fmla="*/ 232 w 354"/>
                <a:gd name="T75" fmla="*/ 23 h 354"/>
                <a:gd name="T76" fmla="*/ 193 w 354"/>
                <a:gd name="T77" fmla="*/ 30 h 354"/>
                <a:gd name="T78" fmla="*/ 162 w 354"/>
                <a:gd name="T79" fmla="*/ 52 h 354"/>
                <a:gd name="T80" fmla="*/ 140 w 354"/>
                <a:gd name="T81" fmla="*/ 83 h 354"/>
                <a:gd name="T82" fmla="*/ 133 w 354"/>
                <a:gd name="T83" fmla="*/ 122 h 354"/>
                <a:gd name="T84" fmla="*/ 140 w 354"/>
                <a:gd name="T85" fmla="*/ 161 h 354"/>
                <a:gd name="T86" fmla="*/ 162 w 354"/>
                <a:gd name="T87" fmla="*/ 192 h 354"/>
                <a:gd name="T88" fmla="*/ 193 w 354"/>
                <a:gd name="T89" fmla="*/ 214 h 354"/>
                <a:gd name="T90" fmla="*/ 232 w 354"/>
                <a:gd name="T91" fmla="*/ 221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54" h="354">
                  <a:moveTo>
                    <a:pt x="232" y="0"/>
                  </a:moveTo>
                  <a:cubicBezTo>
                    <a:pt x="243" y="0"/>
                    <a:pt x="254" y="2"/>
                    <a:pt x="264" y="5"/>
                  </a:cubicBezTo>
                  <a:cubicBezTo>
                    <a:pt x="275" y="8"/>
                    <a:pt x="284" y="12"/>
                    <a:pt x="293" y="17"/>
                  </a:cubicBezTo>
                  <a:cubicBezTo>
                    <a:pt x="302" y="22"/>
                    <a:pt x="310" y="29"/>
                    <a:pt x="318" y="36"/>
                  </a:cubicBezTo>
                  <a:cubicBezTo>
                    <a:pt x="325" y="44"/>
                    <a:pt x="332" y="52"/>
                    <a:pt x="337" y="61"/>
                  </a:cubicBezTo>
                  <a:cubicBezTo>
                    <a:pt x="342" y="70"/>
                    <a:pt x="346" y="79"/>
                    <a:pt x="349" y="90"/>
                  </a:cubicBezTo>
                  <a:cubicBezTo>
                    <a:pt x="352" y="100"/>
                    <a:pt x="354" y="111"/>
                    <a:pt x="354" y="122"/>
                  </a:cubicBezTo>
                  <a:cubicBezTo>
                    <a:pt x="354" y="133"/>
                    <a:pt x="352" y="144"/>
                    <a:pt x="349" y="154"/>
                  </a:cubicBezTo>
                  <a:cubicBezTo>
                    <a:pt x="346" y="165"/>
                    <a:pt x="342" y="174"/>
                    <a:pt x="337" y="183"/>
                  </a:cubicBezTo>
                  <a:cubicBezTo>
                    <a:pt x="332" y="192"/>
                    <a:pt x="325" y="200"/>
                    <a:pt x="318" y="208"/>
                  </a:cubicBezTo>
                  <a:cubicBezTo>
                    <a:pt x="310" y="215"/>
                    <a:pt x="302" y="222"/>
                    <a:pt x="293" y="227"/>
                  </a:cubicBezTo>
                  <a:cubicBezTo>
                    <a:pt x="284" y="232"/>
                    <a:pt x="275" y="236"/>
                    <a:pt x="264" y="239"/>
                  </a:cubicBezTo>
                  <a:cubicBezTo>
                    <a:pt x="254" y="242"/>
                    <a:pt x="243" y="244"/>
                    <a:pt x="232" y="244"/>
                  </a:cubicBezTo>
                  <a:cubicBezTo>
                    <a:pt x="218" y="244"/>
                    <a:pt x="204" y="241"/>
                    <a:pt x="191" y="236"/>
                  </a:cubicBezTo>
                  <a:cubicBezTo>
                    <a:pt x="177" y="231"/>
                    <a:pt x="165" y="224"/>
                    <a:pt x="154" y="215"/>
                  </a:cubicBezTo>
                  <a:lnTo>
                    <a:pt x="19" y="351"/>
                  </a:lnTo>
                  <a:cubicBezTo>
                    <a:pt x="17" y="353"/>
                    <a:pt x="14" y="354"/>
                    <a:pt x="11" y="354"/>
                  </a:cubicBezTo>
                  <a:cubicBezTo>
                    <a:pt x="8" y="354"/>
                    <a:pt x="5" y="353"/>
                    <a:pt x="3" y="351"/>
                  </a:cubicBezTo>
                  <a:cubicBezTo>
                    <a:pt x="1" y="349"/>
                    <a:pt x="0" y="346"/>
                    <a:pt x="0" y="343"/>
                  </a:cubicBezTo>
                  <a:cubicBezTo>
                    <a:pt x="0" y="340"/>
                    <a:pt x="1" y="337"/>
                    <a:pt x="3" y="335"/>
                  </a:cubicBezTo>
                  <a:lnTo>
                    <a:pt x="139" y="200"/>
                  </a:lnTo>
                  <a:cubicBezTo>
                    <a:pt x="130" y="189"/>
                    <a:pt x="123" y="177"/>
                    <a:pt x="118" y="163"/>
                  </a:cubicBezTo>
                  <a:cubicBezTo>
                    <a:pt x="113" y="150"/>
                    <a:pt x="110" y="136"/>
                    <a:pt x="110" y="122"/>
                  </a:cubicBezTo>
                  <a:cubicBezTo>
                    <a:pt x="110" y="111"/>
                    <a:pt x="112" y="100"/>
                    <a:pt x="115" y="90"/>
                  </a:cubicBezTo>
                  <a:cubicBezTo>
                    <a:pt x="118" y="79"/>
                    <a:pt x="122" y="70"/>
                    <a:pt x="127" y="61"/>
                  </a:cubicBezTo>
                  <a:cubicBezTo>
                    <a:pt x="132" y="52"/>
                    <a:pt x="139" y="44"/>
                    <a:pt x="146" y="36"/>
                  </a:cubicBezTo>
                  <a:cubicBezTo>
                    <a:pt x="154" y="29"/>
                    <a:pt x="162" y="22"/>
                    <a:pt x="171" y="17"/>
                  </a:cubicBezTo>
                  <a:cubicBezTo>
                    <a:pt x="180" y="12"/>
                    <a:pt x="189" y="8"/>
                    <a:pt x="200" y="5"/>
                  </a:cubicBezTo>
                  <a:cubicBezTo>
                    <a:pt x="210" y="2"/>
                    <a:pt x="221" y="0"/>
                    <a:pt x="232" y="0"/>
                  </a:cubicBezTo>
                  <a:close/>
                  <a:moveTo>
                    <a:pt x="232" y="221"/>
                  </a:moveTo>
                  <a:cubicBezTo>
                    <a:pt x="246" y="221"/>
                    <a:pt x="259" y="219"/>
                    <a:pt x="271" y="214"/>
                  </a:cubicBezTo>
                  <a:cubicBezTo>
                    <a:pt x="283" y="208"/>
                    <a:pt x="293" y="201"/>
                    <a:pt x="302" y="192"/>
                  </a:cubicBezTo>
                  <a:cubicBezTo>
                    <a:pt x="311" y="183"/>
                    <a:pt x="318" y="173"/>
                    <a:pt x="324" y="161"/>
                  </a:cubicBezTo>
                  <a:cubicBezTo>
                    <a:pt x="329" y="149"/>
                    <a:pt x="331" y="136"/>
                    <a:pt x="331" y="122"/>
                  </a:cubicBezTo>
                  <a:cubicBezTo>
                    <a:pt x="331" y="108"/>
                    <a:pt x="329" y="95"/>
                    <a:pt x="324" y="83"/>
                  </a:cubicBezTo>
                  <a:cubicBezTo>
                    <a:pt x="318" y="71"/>
                    <a:pt x="311" y="61"/>
                    <a:pt x="302" y="52"/>
                  </a:cubicBezTo>
                  <a:cubicBezTo>
                    <a:pt x="293" y="43"/>
                    <a:pt x="283" y="36"/>
                    <a:pt x="271" y="30"/>
                  </a:cubicBezTo>
                  <a:cubicBezTo>
                    <a:pt x="259" y="25"/>
                    <a:pt x="246" y="23"/>
                    <a:pt x="232" y="23"/>
                  </a:cubicBezTo>
                  <a:cubicBezTo>
                    <a:pt x="218" y="23"/>
                    <a:pt x="205" y="25"/>
                    <a:pt x="193" y="30"/>
                  </a:cubicBezTo>
                  <a:cubicBezTo>
                    <a:pt x="181" y="36"/>
                    <a:pt x="171" y="43"/>
                    <a:pt x="162" y="52"/>
                  </a:cubicBezTo>
                  <a:cubicBezTo>
                    <a:pt x="153" y="61"/>
                    <a:pt x="146" y="71"/>
                    <a:pt x="140" y="83"/>
                  </a:cubicBezTo>
                  <a:cubicBezTo>
                    <a:pt x="135" y="95"/>
                    <a:pt x="133" y="108"/>
                    <a:pt x="133" y="122"/>
                  </a:cubicBezTo>
                  <a:cubicBezTo>
                    <a:pt x="133" y="136"/>
                    <a:pt x="135" y="149"/>
                    <a:pt x="140" y="161"/>
                  </a:cubicBezTo>
                  <a:cubicBezTo>
                    <a:pt x="146" y="173"/>
                    <a:pt x="153" y="183"/>
                    <a:pt x="162" y="192"/>
                  </a:cubicBezTo>
                  <a:cubicBezTo>
                    <a:pt x="171" y="201"/>
                    <a:pt x="181" y="208"/>
                    <a:pt x="193" y="214"/>
                  </a:cubicBezTo>
                  <a:cubicBezTo>
                    <a:pt x="205" y="219"/>
                    <a:pt x="218" y="221"/>
                    <a:pt x="232" y="22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757961"/>
            <a:ext cx="2042709" cy="667533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1647144"/>
            <a:ext cx="940862" cy="8891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51920" y="528115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KT&amp;G 상상제목 B" pitchFamily="2" charset="-127"/>
                <a:ea typeface="KT&amp;G 상상제목 B" pitchFamily="2" charset="-127"/>
              </a:rPr>
              <a:t>현재 상황</a:t>
            </a:r>
            <a:endParaRPr lang="ko-KR" altLang="en-US" dirty="0">
              <a:solidFill>
                <a:schemeClr val="bg1"/>
              </a:solidFill>
              <a:latin typeface="KT&amp;G 상상제목 B" pitchFamily="2" charset="-127"/>
              <a:ea typeface="KT&amp;G 상상제목 B" pitchFamily="2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884368" y="251356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chemeClr val="bg1">
                      <a:alpha val="20000"/>
                    </a:schemeClr>
                  </a:solidFill>
                </a:ln>
                <a:latin typeface="-윤고딕340" panose="02030504000101010101" pitchFamily="18" charset="-127"/>
                <a:ea typeface="-윤고딕340" panose="02030504000101010101" pitchFamily="18" charset="-127"/>
              </a:rPr>
              <a:t>체대남친</a:t>
            </a:r>
            <a:endParaRPr lang="ko-KR" altLang="en-US" dirty="0">
              <a:ln>
                <a:solidFill>
                  <a:schemeClr val="bg1">
                    <a:alpha val="20000"/>
                  </a:schemeClr>
                </a:solidFill>
              </a:ln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33149"/>
            <a:ext cx="432048" cy="42906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884368" y="547683"/>
            <a:ext cx="1103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Hellgater.com</a:t>
            </a:r>
            <a:endParaRPr lang="ko-KR" altLang="en-US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1236555" y="2972834"/>
            <a:ext cx="65988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BMI</a:t>
            </a:r>
            <a:r>
              <a:rPr lang="ko-KR" altLang="en-US" dirty="0" smtClean="0"/>
              <a:t>지수로 비만 판단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Harris Benedict</a:t>
            </a:r>
            <a:r>
              <a:rPr lang="ko-KR" altLang="en-US" dirty="0" smtClean="0"/>
              <a:t>공식</a:t>
            </a:r>
            <a:r>
              <a:rPr lang="en-US" altLang="ko-KR" dirty="0" smtClean="0"/>
              <a:t>.    </a:t>
            </a:r>
            <a:r>
              <a:rPr lang="en-US" altLang="ko-KR" dirty="0" err="1" smtClean="0"/>
              <a:t>Katch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McArdel</a:t>
            </a:r>
            <a:r>
              <a:rPr lang="en-US" altLang="ko-KR" dirty="0" smtClean="0"/>
              <a:t> </a:t>
            </a:r>
            <a:r>
              <a:rPr lang="ko-KR" altLang="en-US" dirty="0" smtClean="0"/>
              <a:t>공식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권장섭취량 </a:t>
            </a:r>
            <a:r>
              <a:rPr lang="ko-KR" altLang="en-US" dirty="0" err="1" smtClean="0"/>
              <a:t>앱상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애러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4</a:t>
            </a:r>
            <a:r>
              <a:rPr lang="ko-KR" altLang="en-US" dirty="0" smtClean="0"/>
              <a:t>달 미션 </a:t>
            </a:r>
            <a:r>
              <a:rPr lang="en-US" altLang="ko-KR" dirty="0" smtClean="0"/>
              <a:t>100% </a:t>
            </a:r>
            <a:r>
              <a:rPr lang="ko-KR" altLang="en-US" dirty="0" smtClean="0"/>
              <a:t>환급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타바타</a:t>
            </a:r>
            <a:r>
              <a:rPr lang="ko-KR" altLang="en-US" dirty="0" smtClean="0"/>
              <a:t> 운동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일방적 소통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smtClean="0"/>
              <a:t>그렇지만 시스템이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648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Search Box" descr="&lt;SmartSettings&gt;&lt;SmartResize enabled=&quot;True&quot; minWidth=&quot;10&quot; minHeight=&quot;6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467544" y="155486"/>
            <a:ext cx="6624736" cy="723671"/>
            <a:chOff x="1355596" y="2263966"/>
            <a:chExt cx="2092683" cy="228600"/>
          </a:xfrm>
        </p:grpSpPr>
        <p:sp>
          <p:nvSpPr>
            <p:cNvPr id="71" name="Text Box"/>
            <p:cNvSpPr/>
            <p:nvPr/>
          </p:nvSpPr>
          <p:spPr>
            <a:xfrm>
              <a:off x="1355596" y="2263966"/>
              <a:ext cx="2092683" cy="2286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8F8F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286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Who    </a:t>
              </a:r>
              <a:r>
                <a:rPr lang="ko-KR" altLang="en-US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헬게이터의 발자취</a:t>
              </a:r>
              <a:endParaRPr lang="en-US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72" name="Search Icon" descr="&lt;SmartSettings&gt;&lt;SmartResize anchorLeft=&quot;None&quot; anchorTop=&quot;Non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266307" y="2319932"/>
              <a:ext cx="128312" cy="130347"/>
            </a:xfrm>
            <a:custGeom>
              <a:avLst/>
              <a:gdLst>
                <a:gd name="T0" fmla="*/ 232 w 354"/>
                <a:gd name="T1" fmla="*/ 0 h 354"/>
                <a:gd name="T2" fmla="*/ 264 w 354"/>
                <a:gd name="T3" fmla="*/ 5 h 354"/>
                <a:gd name="T4" fmla="*/ 293 w 354"/>
                <a:gd name="T5" fmla="*/ 17 h 354"/>
                <a:gd name="T6" fmla="*/ 318 w 354"/>
                <a:gd name="T7" fmla="*/ 36 h 354"/>
                <a:gd name="T8" fmla="*/ 337 w 354"/>
                <a:gd name="T9" fmla="*/ 61 h 354"/>
                <a:gd name="T10" fmla="*/ 349 w 354"/>
                <a:gd name="T11" fmla="*/ 90 h 354"/>
                <a:gd name="T12" fmla="*/ 354 w 354"/>
                <a:gd name="T13" fmla="*/ 122 h 354"/>
                <a:gd name="T14" fmla="*/ 349 w 354"/>
                <a:gd name="T15" fmla="*/ 154 h 354"/>
                <a:gd name="T16" fmla="*/ 337 w 354"/>
                <a:gd name="T17" fmla="*/ 183 h 354"/>
                <a:gd name="T18" fmla="*/ 318 w 354"/>
                <a:gd name="T19" fmla="*/ 208 h 354"/>
                <a:gd name="T20" fmla="*/ 293 w 354"/>
                <a:gd name="T21" fmla="*/ 227 h 354"/>
                <a:gd name="T22" fmla="*/ 264 w 354"/>
                <a:gd name="T23" fmla="*/ 239 h 354"/>
                <a:gd name="T24" fmla="*/ 232 w 354"/>
                <a:gd name="T25" fmla="*/ 244 h 354"/>
                <a:gd name="T26" fmla="*/ 191 w 354"/>
                <a:gd name="T27" fmla="*/ 236 h 354"/>
                <a:gd name="T28" fmla="*/ 154 w 354"/>
                <a:gd name="T29" fmla="*/ 215 h 354"/>
                <a:gd name="T30" fmla="*/ 19 w 354"/>
                <a:gd name="T31" fmla="*/ 351 h 354"/>
                <a:gd name="T32" fmla="*/ 11 w 354"/>
                <a:gd name="T33" fmla="*/ 354 h 354"/>
                <a:gd name="T34" fmla="*/ 3 w 354"/>
                <a:gd name="T35" fmla="*/ 351 h 354"/>
                <a:gd name="T36" fmla="*/ 0 w 354"/>
                <a:gd name="T37" fmla="*/ 343 h 354"/>
                <a:gd name="T38" fmla="*/ 3 w 354"/>
                <a:gd name="T39" fmla="*/ 335 h 354"/>
                <a:gd name="T40" fmla="*/ 139 w 354"/>
                <a:gd name="T41" fmla="*/ 200 h 354"/>
                <a:gd name="T42" fmla="*/ 118 w 354"/>
                <a:gd name="T43" fmla="*/ 163 h 354"/>
                <a:gd name="T44" fmla="*/ 110 w 354"/>
                <a:gd name="T45" fmla="*/ 122 h 354"/>
                <a:gd name="T46" fmla="*/ 115 w 354"/>
                <a:gd name="T47" fmla="*/ 90 h 354"/>
                <a:gd name="T48" fmla="*/ 127 w 354"/>
                <a:gd name="T49" fmla="*/ 61 h 354"/>
                <a:gd name="T50" fmla="*/ 146 w 354"/>
                <a:gd name="T51" fmla="*/ 36 h 354"/>
                <a:gd name="T52" fmla="*/ 171 w 354"/>
                <a:gd name="T53" fmla="*/ 17 h 354"/>
                <a:gd name="T54" fmla="*/ 200 w 354"/>
                <a:gd name="T55" fmla="*/ 5 h 354"/>
                <a:gd name="T56" fmla="*/ 232 w 354"/>
                <a:gd name="T57" fmla="*/ 0 h 354"/>
                <a:gd name="T58" fmla="*/ 232 w 354"/>
                <a:gd name="T59" fmla="*/ 221 h 354"/>
                <a:gd name="T60" fmla="*/ 271 w 354"/>
                <a:gd name="T61" fmla="*/ 214 h 354"/>
                <a:gd name="T62" fmla="*/ 302 w 354"/>
                <a:gd name="T63" fmla="*/ 192 h 354"/>
                <a:gd name="T64" fmla="*/ 324 w 354"/>
                <a:gd name="T65" fmla="*/ 161 h 354"/>
                <a:gd name="T66" fmla="*/ 331 w 354"/>
                <a:gd name="T67" fmla="*/ 122 h 354"/>
                <a:gd name="T68" fmla="*/ 324 w 354"/>
                <a:gd name="T69" fmla="*/ 83 h 354"/>
                <a:gd name="T70" fmla="*/ 302 w 354"/>
                <a:gd name="T71" fmla="*/ 52 h 354"/>
                <a:gd name="T72" fmla="*/ 271 w 354"/>
                <a:gd name="T73" fmla="*/ 30 h 354"/>
                <a:gd name="T74" fmla="*/ 232 w 354"/>
                <a:gd name="T75" fmla="*/ 23 h 354"/>
                <a:gd name="T76" fmla="*/ 193 w 354"/>
                <a:gd name="T77" fmla="*/ 30 h 354"/>
                <a:gd name="T78" fmla="*/ 162 w 354"/>
                <a:gd name="T79" fmla="*/ 52 h 354"/>
                <a:gd name="T80" fmla="*/ 140 w 354"/>
                <a:gd name="T81" fmla="*/ 83 h 354"/>
                <a:gd name="T82" fmla="*/ 133 w 354"/>
                <a:gd name="T83" fmla="*/ 122 h 354"/>
                <a:gd name="T84" fmla="*/ 140 w 354"/>
                <a:gd name="T85" fmla="*/ 161 h 354"/>
                <a:gd name="T86" fmla="*/ 162 w 354"/>
                <a:gd name="T87" fmla="*/ 192 h 354"/>
                <a:gd name="T88" fmla="*/ 193 w 354"/>
                <a:gd name="T89" fmla="*/ 214 h 354"/>
                <a:gd name="T90" fmla="*/ 232 w 354"/>
                <a:gd name="T91" fmla="*/ 221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54" h="354">
                  <a:moveTo>
                    <a:pt x="232" y="0"/>
                  </a:moveTo>
                  <a:cubicBezTo>
                    <a:pt x="243" y="0"/>
                    <a:pt x="254" y="2"/>
                    <a:pt x="264" y="5"/>
                  </a:cubicBezTo>
                  <a:cubicBezTo>
                    <a:pt x="275" y="8"/>
                    <a:pt x="284" y="12"/>
                    <a:pt x="293" y="17"/>
                  </a:cubicBezTo>
                  <a:cubicBezTo>
                    <a:pt x="302" y="22"/>
                    <a:pt x="310" y="29"/>
                    <a:pt x="318" y="36"/>
                  </a:cubicBezTo>
                  <a:cubicBezTo>
                    <a:pt x="325" y="44"/>
                    <a:pt x="332" y="52"/>
                    <a:pt x="337" y="61"/>
                  </a:cubicBezTo>
                  <a:cubicBezTo>
                    <a:pt x="342" y="70"/>
                    <a:pt x="346" y="79"/>
                    <a:pt x="349" y="90"/>
                  </a:cubicBezTo>
                  <a:cubicBezTo>
                    <a:pt x="352" y="100"/>
                    <a:pt x="354" y="111"/>
                    <a:pt x="354" y="122"/>
                  </a:cubicBezTo>
                  <a:cubicBezTo>
                    <a:pt x="354" y="133"/>
                    <a:pt x="352" y="144"/>
                    <a:pt x="349" y="154"/>
                  </a:cubicBezTo>
                  <a:cubicBezTo>
                    <a:pt x="346" y="165"/>
                    <a:pt x="342" y="174"/>
                    <a:pt x="337" y="183"/>
                  </a:cubicBezTo>
                  <a:cubicBezTo>
                    <a:pt x="332" y="192"/>
                    <a:pt x="325" y="200"/>
                    <a:pt x="318" y="208"/>
                  </a:cubicBezTo>
                  <a:cubicBezTo>
                    <a:pt x="310" y="215"/>
                    <a:pt x="302" y="222"/>
                    <a:pt x="293" y="227"/>
                  </a:cubicBezTo>
                  <a:cubicBezTo>
                    <a:pt x="284" y="232"/>
                    <a:pt x="275" y="236"/>
                    <a:pt x="264" y="239"/>
                  </a:cubicBezTo>
                  <a:cubicBezTo>
                    <a:pt x="254" y="242"/>
                    <a:pt x="243" y="244"/>
                    <a:pt x="232" y="244"/>
                  </a:cubicBezTo>
                  <a:cubicBezTo>
                    <a:pt x="218" y="244"/>
                    <a:pt x="204" y="241"/>
                    <a:pt x="191" y="236"/>
                  </a:cubicBezTo>
                  <a:cubicBezTo>
                    <a:pt x="177" y="231"/>
                    <a:pt x="165" y="224"/>
                    <a:pt x="154" y="215"/>
                  </a:cubicBezTo>
                  <a:lnTo>
                    <a:pt x="19" y="351"/>
                  </a:lnTo>
                  <a:cubicBezTo>
                    <a:pt x="17" y="353"/>
                    <a:pt x="14" y="354"/>
                    <a:pt x="11" y="354"/>
                  </a:cubicBezTo>
                  <a:cubicBezTo>
                    <a:pt x="8" y="354"/>
                    <a:pt x="5" y="353"/>
                    <a:pt x="3" y="351"/>
                  </a:cubicBezTo>
                  <a:cubicBezTo>
                    <a:pt x="1" y="349"/>
                    <a:pt x="0" y="346"/>
                    <a:pt x="0" y="343"/>
                  </a:cubicBezTo>
                  <a:cubicBezTo>
                    <a:pt x="0" y="340"/>
                    <a:pt x="1" y="337"/>
                    <a:pt x="3" y="335"/>
                  </a:cubicBezTo>
                  <a:lnTo>
                    <a:pt x="139" y="200"/>
                  </a:lnTo>
                  <a:cubicBezTo>
                    <a:pt x="130" y="189"/>
                    <a:pt x="123" y="177"/>
                    <a:pt x="118" y="163"/>
                  </a:cubicBezTo>
                  <a:cubicBezTo>
                    <a:pt x="113" y="150"/>
                    <a:pt x="110" y="136"/>
                    <a:pt x="110" y="122"/>
                  </a:cubicBezTo>
                  <a:cubicBezTo>
                    <a:pt x="110" y="111"/>
                    <a:pt x="112" y="100"/>
                    <a:pt x="115" y="90"/>
                  </a:cubicBezTo>
                  <a:cubicBezTo>
                    <a:pt x="118" y="79"/>
                    <a:pt x="122" y="70"/>
                    <a:pt x="127" y="61"/>
                  </a:cubicBezTo>
                  <a:cubicBezTo>
                    <a:pt x="132" y="52"/>
                    <a:pt x="139" y="44"/>
                    <a:pt x="146" y="36"/>
                  </a:cubicBezTo>
                  <a:cubicBezTo>
                    <a:pt x="154" y="29"/>
                    <a:pt x="162" y="22"/>
                    <a:pt x="171" y="17"/>
                  </a:cubicBezTo>
                  <a:cubicBezTo>
                    <a:pt x="180" y="12"/>
                    <a:pt x="189" y="8"/>
                    <a:pt x="200" y="5"/>
                  </a:cubicBezTo>
                  <a:cubicBezTo>
                    <a:pt x="210" y="2"/>
                    <a:pt x="221" y="0"/>
                    <a:pt x="232" y="0"/>
                  </a:cubicBezTo>
                  <a:close/>
                  <a:moveTo>
                    <a:pt x="232" y="221"/>
                  </a:moveTo>
                  <a:cubicBezTo>
                    <a:pt x="246" y="221"/>
                    <a:pt x="259" y="219"/>
                    <a:pt x="271" y="214"/>
                  </a:cubicBezTo>
                  <a:cubicBezTo>
                    <a:pt x="283" y="208"/>
                    <a:pt x="293" y="201"/>
                    <a:pt x="302" y="192"/>
                  </a:cubicBezTo>
                  <a:cubicBezTo>
                    <a:pt x="311" y="183"/>
                    <a:pt x="318" y="173"/>
                    <a:pt x="324" y="161"/>
                  </a:cubicBezTo>
                  <a:cubicBezTo>
                    <a:pt x="329" y="149"/>
                    <a:pt x="331" y="136"/>
                    <a:pt x="331" y="122"/>
                  </a:cubicBezTo>
                  <a:cubicBezTo>
                    <a:pt x="331" y="108"/>
                    <a:pt x="329" y="95"/>
                    <a:pt x="324" y="83"/>
                  </a:cubicBezTo>
                  <a:cubicBezTo>
                    <a:pt x="318" y="71"/>
                    <a:pt x="311" y="61"/>
                    <a:pt x="302" y="52"/>
                  </a:cubicBezTo>
                  <a:cubicBezTo>
                    <a:pt x="293" y="43"/>
                    <a:pt x="283" y="36"/>
                    <a:pt x="271" y="30"/>
                  </a:cubicBezTo>
                  <a:cubicBezTo>
                    <a:pt x="259" y="25"/>
                    <a:pt x="246" y="23"/>
                    <a:pt x="232" y="23"/>
                  </a:cubicBezTo>
                  <a:cubicBezTo>
                    <a:pt x="218" y="23"/>
                    <a:pt x="205" y="25"/>
                    <a:pt x="193" y="30"/>
                  </a:cubicBezTo>
                  <a:cubicBezTo>
                    <a:pt x="181" y="36"/>
                    <a:pt x="171" y="43"/>
                    <a:pt x="162" y="52"/>
                  </a:cubicBezTo>
                  <a:cubicBezTo>
                    <a:pt x="153" y="61"/>
                    <a:pt x="146" y="71"/>
                    <a:pt x="140" y="83"/>
                  </a:cubicBezTo>
                  <a:cubicBezTo>
                    <a:pt x="135" y="95"/>
                    <a:pt x="133" y="108"/>
                    <a:pt x="133" y="122"/>
                  </a:cubicBezTo>
                  <a:cubicBezTo>
                    <a:pt x="133" y="136"/>
                    <a:pt x="135" y="149"/>
                    <a:pt x="140" y="161"/>
                  </a:cubicBezTo>
                  <a:cubicBezTo>
                    <a:pt x="146" y="173"/>
                    <a:pt x="153" y="183"/>
                    <a:pt x="162" y="192"/>
                  </a:cubicBezTo>
                  <a:cubicBezTo>
                    <a:pt x="171" y="201"/>
                    <a:pt x="181" y="208"/>
                    <a:pt x="193" y="214"/>
                  </a:cubicBezTo>
                  <a:cubicBezTo>
                    <a:pt x="205" y="219"/>
                    <a:pt x="218" y="221"/>
                    <a:pt x="232" y="22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6" name="직사각형 85"/>
          <p:cNvSpPr/>
          <p:nvPr/>
        </p:nvSpPr>
        <p:spPr>
          <a:xfrm>
            <a:off x="7884368" y="251356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chemeClr val="bg1">
                      <a:alpha val="20000"/>
                    </a:schemeClr>
                  </a:solidFill>
                </a:ln>
                <a:latin typeface="-윤고딕340" panose="02030504000101010101" pitchFamily="18" charset="-127"/>
                <a:ea typeface="-윤고딕340" panose="02030504000101010101" pitchFamily="18" charset="-127"/>
              </a:rPr>
              <a:t>체대남친</a:t>
            </a:r>
            <a:endParaRPr lang="ko-KR" altLang="en-US" dirty="0">
              <a:ln>
                <a:solidFill>
                  <a:schemeClr val="bg1">
                    <a:alpha val="20000"/>
                  </a:schemeClr>
                </a:solidFill>
              </a:ln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pic>
        <p:nvPicPr>
          <p:cNvPr id="87" name="그림 8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33149"/>
            <a:ext cx="432048" cy="429069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7884368" y="547683"/>
            <a:ext cx="1103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Hellgater.com</a:t>
            </a:r>
            <a:endParaRPr lang="ko-KR" altLang="en-US" sz="11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52" y="4005064"/>
            <a:ext cx="3580576" cy="23736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52" y="1319632"/>
            <a:ext cx="3580576" cy="2685432"/>
          </a:xfrm>
          <a:prstGeom prst="rect">
            <a:avLst/>
          </a:prstGeom>
        </p:spPr>
      </p:pic>
      <p:sp>
        <p:nvSpPr>
          <p:cNvPr id="6" name="AutoShape 2" descr="빙글 로고에 대한 이미지 검색결과"/>
          <p:cNvSpPr>
            <a:spLocks noChangeAspect="1" noChangeArrowheads="1"/>
          </p:cNvSpPr>
          <p:nvPr/>
        </p:nvSpPr>
        <p:spPr bwMode="auto">
          <a:xfrm>
            <a:off x="168275" y="-136525"/>
            <a:ext cx="296863" cy="29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258" y="4509680"/>
            <a:ext cx="856780" cy="8567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61028" y="1916832"/>
            <a:ext cx="49194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KT&amp;G 상상본문 M" pitchFamily="2" charset="-127"/>
                <a:ea typeface="KT&amp;G 상상본문 M" pitchFamily="2" charset="-127"/>
              </a:rPr>
              <a:t>전교</a:t>
            </a:r>
            <a:r>
              <a:rPr lang="en-US" altLang="ko-KR" dirty="0" smtClean="0">
                <a:latin typeface="KT&amp;G 상상본문 M" pitchFamily="2" charset="-127"/>
                <a:ea typeface="KT&amp;G 상상본문 M" pitchFamily="2" charset="-127"/>
              </a:rPr>
              <a:t>1</a:t>
            </a:r>
            <a:r>
              <a:rPr lang="ko-KR" altLang="en-US" dirty="0" smtClean="0">
                <a:latin typeface="KT&amp;G 상상본문 M" pitchFamily="2" charset="-127"/>
                <a:ea typeface="KT&amp;G 상상본문 M" pitchFamily="2" charset="-127"/>
              </a:rPr>
              <a:t>등 비만</a:t>
            </a:r>
            <a:endParaRPr lang="en-US" altLang="ko-KR" dirty="0" smtClean="0">
              <a:latin typeface="KT&amp;G 상상본문 M" pitchFamily="2" charset="-127"/>
              <a:ea typeface="KT&amp;G 상상본문 M" pitchFamily="2" charset="-127"/>
            </a:endParaRPr>
          </a:p>
          <a:p>
            <a:r>
              <a:rPr lang="en-US" altLang="ko-KR" dirty="0" smtClean="0">
                <a:latin typeface="KT&amp;G 상상본문 M" pitchFamily="2" charset="-127"/>
                <a:ea typeface="KT&amp;G 상상본문 M" pitchFamily="2" charset="-127"/>
              </a:rPr>
              <a:t>-&gt; </a:t>
            </a:r>
            <a:r>
              <a:rPr lang="ko-KR" altLang="en-US" dirty="0" smtClean="0">
                <a:latin typeface="KT&amp;G 상상본문 M" pitchFamily="2" charset="-127"/>
                <a:ea typeface="KT&amp;G 상상본문 M" pitchFamily="2" charset="-127"/>
              </a:rPr>
              <a:t>반</a:t>
            </a:r>
            <a:r>
              <a:rPr lang="en-US" altLang="ko-KR" dirty="0" smtClean="0">
                <a:latin typeface="KT&amp;G 상상본문 M" pitchFamily="2" charset="-127"/>
                <a:ea typeface="KT&amp;G 상상본문 M" pitchFamily="2" charset="-127"/>
              </a:rPr>
              <a:t>1</a:t>
            </a:r>
            <a:r>
              <a:rPr lang="ko-KR" altLang="en-US" dirty="0" smtClean="0">
                <a:latin typeface="KT&amp;G 상상본문 M" pitchFamily="2" charset="-127"/>
                <a:ea typeface="KT&amp;G 상상본문 M" pitchFamily="2" charset="-127"/>
              </a:rPr>
              <a:t>등 멸치</a:t>
            </a:r>
            <a:endParaRPr lang="en-US" altLang="ko-KR" dirty="0" smtClean="0">
              <a:latin typeface="KT&amp;G 상상본문 M" pitchFamily="2" charset="-127"/>
              <a:ea typeface="KT&amp;G 상상본문 M" pitchFamily="2" charset="-127"/>
            </a:endParaRPr>
          </a:p>
          <a:p>
            <a:r>
              <a:rPr lang="en-US" altLang="ko-KR" dirty="0" smtClean="0">
                <a:latin typeface="KT&amp;G 상상본문 M" pitchFamily="2" charset="-127"/>
                <a:ea typeface="KT&amp;G 상상본문 M" pitchFamily="2" charset="-127"/>
              </a:rPr>
              <a:t>-&gt;</a:t>
            </a:r>
            <a:r>
              <a:rPr lang="ko-KR" altLang="en-US" dirty="0" smtClean="0">
                <a:latin typeface="KT&amp;G 상상본문 M" pitchFamily="2" charset="-127"/>
                <a:ea typeface="KT&amp;G 상상본문 M" pitchFamily="2" charset="-127"/>
              </a:rPr>
              <a:t>해군특수부대 </a:t>
            </a:r>
            <a:r>
              <a:rPr lang="en-US" altLang="ko-KR" dirty="0" smtClean="0">
                <a:latin typeface="KT&amp;G 상상본문 M" pitchFamily="2" charset="-127"/>
                <a:ea typeface="KT&amp;G 상상본문 M" pitchFamily="2" charset="-127"/>
              </a:rPr>
              <a:t>SSU</a:t>
            </a:r>
          </a:p>
          <a:p>
            <a:r>
              <a:rPr lang="en-US" altLang="ko-KR" dirty="0" smtClean="0">
                <a:latin typeface="KT&amp;G 상상본문 M" pitchFamily="2" charset="-127"/>
                <a:ea typeface="KT&amp;G 상상본문 M" pitchFamily="2" charset="-127"/>
              </a:rPr>
              <a:t>-&gt;</a:t>
            </a:r>
            <a:r>
              <a:rPr lang="ko-KR" altLang="en-US" dirty="0" smtClean="0">
                <a:latin typeface="KT&amp;G 상상본문 M" pitchFamily="2" charset="-127"/>
                <a:ea typeface="KT&amp;G 상상본문 M" pitchFamily="2" charset="-127"/>
              </a:rPr>
              <a:t>숭실대 컴퓨터 전공</a:t>
            </a:r>
            <a:r>
              <a:rPr lang="en-US" altLang="ko-KR" dirty="0" smtClean="0">
                <a:latin typeface="KT&amp;G 상상본문 M" pitchFamily="2" charset="-127"/>
                <a:ea typeface="KT&amp;G 상상본문 M" pitchFamily="2" charset="-127"/>
              </a:rPr>
              <a:t>, </a:t>
            </a:r>
            <a:r>
              <a:rPr lang="ko-KR" altLang="en-US" dirty="0" smtClean="0">
                <a:latin typeface="KT&amp;G 상상본문 M" pitchFamily="2" charset="-127"/>
                <a:ea typeface="KT&amp;G 상상본문 M" pitchFamily="2" charset="-127"/>
              </a:rPr>
              <a:t>평생교육 복수전공</a:t>
            </a:r>
            <a:endParaRPr lang="en-US" altLang="ko-KR" dirty="0" smtClean="0">
              <a:latin typeface="KT&amp;G 상상본문 M" pitchFamily="2" charset="-127"/>
              <a:ea typeface="KT&amp;G 상상본문 M" pitchFamily="2" charset="-127"/>
            </a:endParaRPr>
          </a:p>
          <a:p>
            <a:r>
              <a:rPr lang="en-US" altLang="ko-KR" dirty="0" smtClean="0">
                <a:latin typeface="KT&amp;G 상상본문 M" pitchFamily="2" charset="-127"/>
                <a:ea typeface="KT&amp;G 상상본문 M" pitchFamily="2" charset="-127"/>
              </a:rPr>
              <a:t>-&gt; </a:t>
            </a:r>
            <a:r>
              <a:rPr lang="ko-KR" altLang="en-US" dirty="0" smtClean="0">
                <a:latin typeface="KT&amp;G 상상본문 M" pitchFamily="2" charset="-127"/>
                <a:ea typeface="KT&amp;G 상상본문 M" pitchFamily="2" charset="-127"/>
              </a:rPr>
              <a:t>창업</a:t>
            </a:r>
            <a:endParaRPr lang="ko-KR" altLang="en-US" dirty="0">
              <a:latin typeface="KT&amp;G 상상본문 M" pitchFamily="2" charset="-127"/>
              <a:ea typeface="KT&amp;G 상상본문 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04037" y="4471952"/>
            <a:ext cx="35004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KT&amp;G 상상본문 M" pitchFamily="2" charset="-127"/>
                <a:ea typeface="KT&amp;G 상상본문 M" pitchFamily="2" charset="-127"/>
              </a:rPr>
              <a:t>메인에</a:t>
            </a:r>
            <a:r>
              <a:rPr lang="ko-KR" altLang="en-US" dirty="0" smtClean="0">
                <a:latin typeface="KT&amp;G 상상본문 M" pitchFamily="2" charset="-127"/>
                <a:ea typeface="KT&amp;G 상상본문 M" pitchFamily="2" charset="-127"/>
              </a:rPr>
              <a:t> </a:t>
            </a:r>
            <a:r>
              <a:rPr lang="en-US" altLang="ko-KR" dirty="0" smtClean="0">
                <a:latin typeface="KT&amp;G 상상본문 M" pitchFamily="2" charset="-127"/>
                <a:ea typeface="KT&amp;G 상상본문 M" pitchFamily="2" charset="-127"/>
              </a:rPr>
              <a:t>9</a:t>
            </a:r>
            <a:r>
              <a:rPr lang="ko-KR" altLang="en-US" dirty="0" smtClean="0">
                <a:latin typeface="KT&amp;G 상상본문 M" pitchFamily="2" charset="-127"/>
                <a:ea typeface="KT&amp;G 상상본문 M" pitchFamily="2" charset="-127"/>
              </a:rPr>
              <a:t>번</a:t>
            </a:r>
            <a:endParaRPr lang="en-US" altLang="ko-KR" dirty="0" smtClean="0">
              <a:latin typeface="KT&amp;G 상상본문 M" pitchFamily="2" charset="-127"/>
              <a:ea typeface="KT&amp;G 상상본문 M" pitchFamily="2" charset="-127"/>
            </a:endParaRPr>
          </a:p>
          <a:p>
            <a:r>
              <a:rPr lang="ko-KR" altLang="en-US" dirty="0" smtClean="0">
                <a:latin typeface="KT&amp;G 상상본문 M" pitchFamily="2" charset="-127"/>
                <a:ea typeface="KT&amp;G 상상본문 M" pitchFamily="2" charset="-127"/>
              </a:rPr>
              <a:t>피트니스 </a:t>
            </a:r>
            <a:r>
              <a:rPr lang="ko-KR" altLang="en-US" dirty="0" err="1" smtClean="0">
                <a:latin typeface="KT&amp;G 상상본문 M" pitchFamily="2" charset="-127"/>
                <a:ea typeface="KT&amp;G 상상본문 M" pitchFamily="2" charset="-127"/>
              </a:rPr>
              <a:t>모더레이터</a:t>
            </a:r>
            <a:r>
              <a:rPr lang="en-US" altLang="ko-KR" dirty="0" smtClean="0">
                <a:latin typeface="KT&amp;G 상상본문 M" pitchFamily="2" charset="-127"/>
                <a:ea typeface="KT&amp;G 상상본문 M" pitchFamily="2" charset="-127"/>
              </a:rPr>
              <a:t>(</a:t>
            </a:r>
            <a:r>
              <a:rPr lang="ko-KR" altLang="en-US" dirty="0" smtClean="0">
                <a:latin typeface="KT&amp;G 상상본문 M" pitchFamily="2" charset="-127"/>
                <a:ea typeface="KT&amp;G 상상본문 M" pitchFamily="2" charset="-127"/>
              </a:rPr>
              <a:t>관리자</a:t>
            </a:r>
            <a:r>
              <a:rPr lang="en-US" altLang="ko-KR" dirty="0" smtClean="0">
                <a:latin typeface="KT&amp;G 상상본문 M" pitchFamily="2" charset="-127"/>
                <a:ea typeface="KT&amp;G 상상본문 M" pitchFamily="2" charset="-127"/>
              </a:rPr>
              <a:t>)</a:t>
            </a:r>
          </a:p>
          <a:p>
            <a:r>
              <a:rPr lang="en-US" altLang="ko-KR" dirty="0" smtClean="0">
                <a:latin typeface="KT&amp;G 상상본문 M" pitchFamily="2" charset="-127"/>
                <a:ea typeface="KT&amp;G 상상본문 M" pitchFamily="2" charset="-127"/>
              </a:rPr>
              <a:t>1500</a:t>
            </a:r>
            <a:r>
              <a:rPr lang="ko-KR" altLang="en-US" dirty="0" err="1" smtClean="0">
                <a:latin typeface="KT&amp;G 상상본문 M" pitchFamily="2" charset="-127"/>
                <a:ea typeface="KT&amp;G 상상본문 M" pitchFamily="2" charset="-127"/>
              </a:rPr>
              <a:t>만뷰</a:t>
            </a:r>
            <a:endParaRPr lang="en-US" altLang="ko-KR" dirty="0" smtClean="0">
              <a:latin typeface="KT&amp;G 상상본문 M" pitchFamily="2" charset="-127"/>
              <a:ea typeface="KT&amp;G 상상본문 M" pitchFamily="2" charset="-127"/>
            </a:endParaRPr>
          </a:p>
          <a:p>
            <a:r>
              <a:rPr lang="ko-KR" altLang="en-US" dirty="0">
                <a:latin typeface="KT&amp;G 상상본문 M" pitchFamily="2" charset="-127"/>
                <a:ea typeface="KT&amp;G 상상본문 M" pitchFamily="2" charset="-127"/>
              </a:rPr>
              <a:t>온라인 </a:t>
            </a:r>
            <a:r>
              <a:rPr lang="en-US" altLang="ko-KR" dirty="0">
                <a:latin typeface="KT&amp;G 상상본문 M" pitchFamily="2" charset="-127"/>
                <a:ea typeface="KT&amp;G 상상본문 M" pitchFamily="2" charset="-127"/>
              </a:rPr>
              <a:t>PT MVP   : 60</a:t>
            </a:r>
            <a:r>
              <a:rPr lang="ko-KR" altLang="en-US" dirty="0">
                <a:latin typeface="KT&amp;G 상상본문 M" pitchFamily="2" charset="-127"/>
                <a:ea typeface="KT&amp;G 상상본문 M" pitchFamily="2" charset="-127"/>
              </a:rPr>
              <a:t>명중 </a:t>
            </a:r>
            <a:r>
              <a:rPr lang="en-US" altLang="ko-KR" dirty="0">
                <a:latin typeface="KT&amp;G 상상본문 M" pitchFamily="2" charset="-127"/>
                <a:ea typeface="KT&amp;G 상상본문 M" pitchFamily="2" charset="-127"/>
              </a:rPr>
              <a:t>12</a:t>
            </a:r>
            <a:r>
              <a:rPr lang="ko-KR" altLang="en-US" dirty="0">
                <a:latin typeface="KT&amp;G 상상본문 M" pitchFamily="2" charset="-127"/>
                <a:ea typeface="KT&amp;G 상상본문 M" pitchFamily="2" charset="-127"/>
              </a:rPr>
              <a:t>명</a:t>
            </a:r>
            <a:endParaRPr lang="en-US" altLang="ko-KR" dirty="0">
              <a:latin typeface="KT&amp;G 상상본문 M" pitchFamily="2" charset="-127"/>
              <a:ea typeface="KT&amp;G 상상본문 M" pitchFamily="2" charset="-127"/>
            </a:endParaRPr>
          </a:p>
          <a:p>
            <a:endParaRPr lang="ko-KR" altLang="en-US" dirty="0">
              <a:latin typeface="KT&amp;G 상상본문 M" pitchFamily="2" charset="-127"/>
              <a:ea typeface="KT&amp;G 상상본문 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572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Search Box" descr="&lt;SmartSettings&gt;&lt;SmartResize enabled=&quot;True&quot; minWidth=&quot;10&quot; minHeight=&quot;6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467544" y="155486"/>
            <a:ext cx="6624736" cy="723671"/>
            <a:chOff x="1355596" y="2263966"/>
            <a:chExt cx="2092683" cy="228600"/>
          </a:xfrm>
        </p:grpSpPr>
        <p:sp>
          <p:nvSpPr>
            <p:cNvPr id="71" name="Text Box"/>
            <p:cNvSpPr/>
            <p:nvPr/>
          </p:nvSpPr>
          <p:spPr>
            <a:xfrm>
              <a:off x="1355596" y="2263966"/>
              <a:ext cx="2092683" cy="2286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8F8F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286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When Where   </a:t>
              </a:r>
              <a:r>
                <a:rPr lang="ko-KR" altLang="en-US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아융팩때 한것과 앞으로 계획은</a:t>
              </a:r>
              <a:r>
                <a:rPr lang="en-US" altLang="ko-KR" sz="2400" noProof="1" smtClean="0">
                  <a:solidFill>
                    <a:srgbClr val="000000"/>
                  </a:solidFill>
                  <a:latin typeface="KT&amp;G 상상제목 B" pitchFamily="2" charset="-127"/>
                  <a:ea typeface="KT&amp;G 상상제목 B" pitchFamily="2" charset="-127"/>
                  <a:cs typeface="Segoe UI" panose="020B0502040204020203" pitchFamily="34" charset="0"/>
                </a:rPr>
                <a:t>?</a:t>
              </a:r>
              <a:endParaRPr lang="en-US" sz="2400" noProof="1" smtClean="0">
                <a:solidFill>
                  <a:srgbClr val="000000"/>
                </a:solidFill>
                <a:latin typeface="KT&amp;G 상상제목 B" pitchFamily="2" charset="-127"/>
                <a:ea typeface="KT&amp;G 상상제목 B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72" name="Search Icon" descr="&lt;SmartSettings&gt;&lt;SmartResize anchorLeft=&quot;None&quot; anchorTop=&quot;Non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266307" y="2319932"/>
              <a:ext cx="128312" cy="130347"/>
            </a:xfrm>
            <a:custGeom>
              <a:avLst/>
              <a:gdLst>
                <a:gd name="T0" fmla="*/ 232 w 354"/>
                <a:gd name="T1" fmla="*/ 0 h 354"/>
                <a:gd name="T2" fmla="*/ 264 w 354"/>
                <a:gd name="T3" fmla="*/ 5 h 354"/>
                <a:gd name="T4" fmla="*/ 293 w 354"/>
                <a:gd name="T5" fmla="*/ 17 h 354"/>
                <a:gd name="T6" fmla="*/ 318 w 354"/>
                <a:gd name="T7" fmla="*/ 36 h 354"/>
                <a:gd name="T8" fmla="*/ 337 w 354"/>
                <a:gd name="T9" fmla="*/ 61 h 354"/>
                <a:gd name="T10" fmla="*/ 349 w 354"/>
                <a:gd name="T11" fmla="*/ 90 h 354"/>
                <a:gd name="T12" fmla="*/ 354 w 354"/>
                <a:gd name="T13" fmla="*/ 122 h 354"/>
                <a:gd name="T14" fmla="*/ 349 w 354"/>
                <a:gd name="T15" fmla="*/ 154 h 354"/>
                <a:gd name="T16" fmla="*/ 337 w 354"/>
                <a:gd name="T17" fmla="*/ 183 h 354"/>
                <a:gd name="T18" fmla="*/ 318 w 354"/>
                <a:gd name="T19" fmla="*/ 208 h 354"/>
                <a:gd name="T20" fmla="*/ 293 w 354"/>
                <a:gd name="T21" fmla="*/ 227 h 354"/>
                <a:gd name="T22" fmla="*/ 264 w 354"/>
                <a:gd name="T23" fmla="*/ 239 h 354"/>
                <a:gd name="T24" fmla="*/ 232 w 354"/>
                <a:gd name="T25" fmla="*/ 244 h 354"/>
                <a:gd name="T26" fmla="*/ 191 w 354"/>
                <a:gd name="T27" fmla="*/ 236 h 354"/>
                <a:gd name="T28" fmla="*/ 154 w 354"/>
                <a:gd name="T29" fmla="*/ 215 h 354"/>
                <a:gd name="T30" fmla="*/ 19 w 354"/>
                <a:gd name="T31" fmla="*/ 351 h 354"/>
                <a:gd name="T32" fmla="*/ 11 w 354"/>
                <a:gd name="T33" fmla="*/ 354 h 354"/>
                <a:gd name="T34" fmla="*/ 3 w 354"/>
                <a:gd name="T35" fmla="*/ 351 h 354"/>
                <a:gd name="T36" fmla="*/ 0 w 354"/>
                <a:gd name="T37" fmla="*/ 343 h 354"/>
                <a:gd name="T38" fmla="*/ 3 w 354"/>
                <a:gd name="T39" fmla="*/ 335 h 354"/>
                <a:gd name="T40" fmla="*/ 139 w 354"/>
                <a:gd name="T41" fmla="*/ 200 h 354"/>
                <a:gd name="T42" fmla="*/ 118 w 354"/>
                <a:gd name="T43" fmla="*/ 163 h 354"/>
                <a:gd name="T44" fmla="*/ 110 w 354"/>
                <a:gd name="T45" fmla="*/ 122 h 354"/>
                <a:gd name="T46" fmla="*/ 115 w 354"/>
                <a:gd name="T47" fmla="*/ 90 h 354"/>
                <a:gd name="T48" fmla="*/ 127 w 354"/>
                <a:gd name="T49" fmla="*/ 61 h 354"/>
                <a:gd name="T50" fmla="*/ 146 w 354"/>
                <a:gd name="T51" fmla="*/ 36 h 354"/>
                <a:gd name="T52" fmla="*/ 171 w 354"/>
                <a:gd name="T53" fmla="*/ 17 h 354"/>
                <a:gd name="T54" fmla="*/ 200 w 354"/>
                <a:gd name="T55" fmla="*/ 5 h 354"/>
                <a:gd name="T56" fmla="*/ 232 w 354"/>
                <a:gd name="T57" fmla="*/ 0 h 354"/>
                <a:gd name="T58" fmla="*/ 232 w 354"/>
                <a:gd name="T59" fmla="*/ 221 h 354"/>
                <a:gd name="T60" fmla="*/ 271 w 354"/>
                <a:gd name="T61" fmla="*/ 214 h 354"/>
                <a:gd name="T62" fmla="*/ 302 w 354"/>
                <a:gd name="T63" fmla="*/ 192 h 354"/>
                <a:gd name="T64" fmla="*/ 324 w 354"/>
                <a:gd name="T65" fmla="*/ 161 h 354"/>
                <a:gd name="T66" fmla="*/ 331 w 354"/>
                <a:gd name="T67" fmla="*/ 122 h 354"/>
                <a:gd name="T68" fmla="*/ 324 w 354"/>
                <a:gd name="T69" fmla="*/ 83 h 354"/>
                <a:gd name="T70" fmla="*/ 302 w 354"/>
                <a:gd name="T71" fmla="*/ 52 h 354"/>
                <a:gd name="T72" fmla="*/ 271 w 354"/>
                <a:gd name="T73" fmla="*/ 30 h 354"/>
                <a:gd name="T74" fmla="*/ 232 w 354"/>
                <a:gd name="T75" fmla="*/ 23 h 354"/>
                <a:gd name="T76" fmla="*/ 193 w 354"/>
                <a:gd name="T77" fmla="*/ 30 h 354"/>
                <a:gd name="T78" fmla="*/ 162 w 354"/>
                <a:gd name="T79" fmla="*/ 52 h 354"/>
                <a:gd name="T80" fmla="*/ 140 w 354"/>
                <a:gd name="T81" fmla="*/ 83 h 354"/>
                <a:gd name="T82" fmla="*/ 133 w 354"/>
                <a:gd name="T83" fmla="*/ 122 h 354"/>
                <a:gd name="T84" fmla="*/ 140 w 354"/>
                <a:gd name="T85" fmla="*/ 161 h 354"/>
                <a:gd name="T86" fmla="*/ 162 w 354"/>
                <a:gd name="T87" fmla="*/ 192 h 354"/>
                <a:gd name="T88" fmla="*/ 193 w 354"/>
                <a:gd name="T89" fmla="*/ 214 h 354"/>
                <a:gd name="T90" fmla="*/ 232 w 354"/>
                <a:gd name="T91" fmla="*/ 221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54" h="354">
                  <a:moveTo>
                    <a:pt x="232" y="0"/>
                  </a:moveTo>
                  <a:cubicBezTo>
                    <a:pt x="243" y="0"/>
                    <a:pt x="254" y="2"/>
                    <a:pt x="264" y="5"/>
                  </a:cubicBezTo>
                  <a:cubicBezTo>
                    <a:pt x="275" y="8"/>
                    <a:pt x="284" y="12"/>
                    <a:pt x="293" y="17"/>
                  </a:cubicBezTo>
                  <a:cubicBezTo>
                    <a:pt x="302" y="22"/>
                    <a:pt x="310" y="29"/>
                    <a:pt x="318" y="36"/>
                  </a:cubicBezTo>
                  <a:cubicBezTo>
                    <a:pt x="325" y="44"/>
                    <a:pt x="332" y="52"/>
                    <a:pt x="337" y="61"/>
                  </a:cubicBezTo>
                  <a:cubicBezTo>
                    <a:pt x="342" y="70"/>
                    <a:pt x="346" y="79"/>
                    <a:pt x="349" y="90"/>
                  </a:cubicBezTo>
                  <a:cubicBezTo>
                    <a:pt x="352" y="100"/>
                    <a:pt x="354" y="111"/>
                    <a:pt x="354" y="122"/>
                  </a:cubicBezTo>
                  <a:cubicBezTo>
                    <a:pt x="354" y="133"/>
                    <a:pt x="352" y="144"/>
                    <a:pt x="349" y="154"/>
                  </a:cubicBezTo>
                  <a:cubicBezTo>
                    <a:pt x="346" y="165"/>
                    <a:pt x="342" y="174"/>
                    <a:pt x="337" y="183"/>
                  </a:cubicBezTo>
                  <a:cubicBezTo>
                    <a:pt x="332" y="192"/>
                    <a:pt x="325" y="200"/>
                    <a:pt x="318" y="208"/>
                  </a:cubicBezTo>
                  <a:cubicBezTo>
                    <a:pt x="310" y="215"/>
                    <a:pt x="302" y="222"/>
                    <a:pt x="293" y="227"/>
                  </a:cubicBezTo>
                  <a:cubicBezTo>
                    <a:pt x="284" y="232"/>
                    <a:pt x="275" y="236"/>
                    <a:pt x="264" y="239"/>
                  </a:cubicBezTo>
                  <a:cubicBezTo>
                    <a:pt x="254" y="242"/>
                    <a:pt x="243" y="244"/>
                    <a:pt x="232" y="244"/>
                  </a:cubicBezTo>
                  <a:cubicBezTo>
                    <a:pt x="218" y="244"/>
                    <a:pt x="204" y="241"/>
                    <a:pt x="191" y="236"/>
                  </a:cubicBezTo>
                  <a:cubicBezTo>
                    <a:pt x="177" y="231"/>
                    <a:pt x="165" y="224"/>
                    <a:pt x="154" y="215"/>
                  </a:cubicBezTo>
                  <a:lnTo>
                    <a:pt x="19" y="351"/>
                  </a:lnTo>
                  <a:cubicBezTo>
                    <a:pt x="17" y="353"/>
                    <a:pt x="14" y="354"/>
                    <a:pt x="11" y="354"/>
                  </a:cubicBezTo>
                  <a:cubicBezTo>
                    <a:pt x="8" y="354"/>
                    <a:pt x="5" y="353"/>
                    <a:pt x="3" y="351"/>
                  </a:cubicBezTo>
                  <a:cubicBezTo>
                    <a:pt x="1" y="349"/>
                    <a:pt x="0" y="346"/>
                    <a:pt x="0" y="343"/>
                  </a:cubicBezTo>
                  <a:cubicBezTo>
                    <a:pt x="0" y="340"/>
                    <a:pt x="1" y="337"/>
                    <a:pt x="3" y="335"/>
                  </a:cubicBezTo>
                  <a:lnTo>
                    <a:pt x="139" y="200"/>
                  </a:lnTo>
                  <a:cubicBezTo>
                    <a:pt x="130" y="189"/>
                    <a:pt x="123" y="177"/>
                    <a:pt x="118" y="163"/>
                  </a:cubicBezTo>
                  <a:cubicBezTo>
                    <a:pt x="113" y="150"/>
                    <a:pt x="110" y="136"/>
                    <a:pt x="110" y="122"/>
                  </a:cubicBezTo>
                  <a:cubicBezTo>
                    <a:pt x="110" y="111"/>
                    <a:pt x="112" y="100"/>
                    <a:pt x="115" y="90"/>
                  </a:cubicBezTo>
                  <a:cubicBezTo>
                    <a:pt x="118" y="79"/>
                    <a:pt x="122" y="70"/>
                    <a:pt x="127" y="61"/>
                  </a:cubicBezTo>
                  <a:cubicBezTo>
                    <a:pt x="132" y="52"/>
                    <a:pt x="139" y="44"/>
                    <a:pt x="146" y="36"/>
                  </a:cubicBezTo>
                  <a:cubicBezTo>
                    <a:pt x="154" y="29"/>
                    <a:pt x="162" y="22"/>
                    <a:pt x="171" y="17"/>
                  </a:cubicBezTo>
                  <a:cubicBezTo>
                    <a:pt x="180" y="12"/>
                    <a:pt x="189" y="8"/>
                    <a:pt x="200" y="5"/>
                  </a:cubicBezTo>
                  <a:cubicBezTo>
                    <a:pt x="210" y="2"/>
                    <a:pt x="221" y="0"/>
                    <a:pt x="232" y="0"/>
                  </a:cubicBezTo>
                  <a:close/>
                  <a:moveTo>
                    <a:pt x="232" y="221"/>
                  </a:moveTo>
                  <a:cubicBezTo>
                    <a:pt x="246" y="221"/>
                    <a:pt x="259" y="219"/>
                    <a:pt x="271" y="214"/>
                  </a:cubicBezTo>
                  <a:cubicBezTo>
                    <a:pt x="283" y="208"/>
                    <a:pt x="293" y="201"/>
                    <a:pt x="302" y="192"/>
                  </a:cubicBezTo>
                  <a:cubicBezTo>
                    <a:pt x="311" y="183"/>
                    <a:pt x="318" y="173"/>
                    <a:pt x="324" y="161"/>
                  </a:cubicBezTo>
                  <a:cubicBezTo>
                    <a:pt x="329" y="149"/>
                    <a:pt x="331" y="136"/>
                    <a:pt x="331" y="122"/>
                  </a:cubicBezTo>
                  <a:cubicBezTo>
                    <a:pt x="331" y="108"/>
                    <a:pt x="329" y="95"/>
                    <a:pt x="324" y="83"/>
                  </a:cubicBezTo>
                  <a:cubicBezTo>
                    <a:pt x="318" y="71"/>
                    <a:pt x="311" y="61"/>
                    <a:pt x="302" y="52"/>
                  </a:cubicBezTo>
                  <a:cubicBezTo>
                    <a:pt x="293" y="43"/>
                    <a:pt x="283" y="36"/>
                    <a:pt x="271" y="30"/>
                  </a:cubicBezTo>
                  <a:cubicBezTo>
                    <a:pt x="259" y="25"/>
                    <a:pt x="246" y="23"/>
                    <a:pt x="232" y="23"/>
                  </a:cubicBezTo>
                  <a:cubicBezTo>
                    <a:pt x="218" y="23"/>
                    <a:pt x="205" y="25"/>
                    <a:pt x="193" y="30"/>
                  </a:cubicBezTo>
                  <a:cubicBezTo>
                    <a:pt x="181" y="36"/>
                    <a:pt x="171" y="43"/>
                    <a:pt x="162" y="52"/>
                  </a:cubicBezTo>
                  <a:cubicBezTo>
                    <a:pt x="153" y="61"/>
                    <a:pt x="146" y="71"/>
                    <a:pt x="140" y="83"/>
                  </a:cubicBezTo>
                  <a:cubicBezTo>
                    <a:pt x="135" y="95"/>
                    <a:pt x="133" y="108"/>
                    <a:pt x="133" y="122"/>
                  </a:cubicBezTo>
                  <a:cubicBezTo>
                    <a:pt x="133" y="136"/>
                    <a:pt x="135" y="149"/>
                    <a:pt x="140" y="161"/>
                  </a:cubicBezTo>
                  <a:cubicBezTo>
                    <a:pt x="146" y="173"/>
                    <a:pt x="153" y="183"/>
                    <a:pt x="162" y="192"/>
                  </a:cubicBezTo>
                  <a:cubicBezTo>
                    <a:pt x="171" y="201"/>
                    <a:pt x="181" y="208"/>
                    <a:pt x="193" y="214"/>
                  </a:cubicBezTo>
                  <a:cubicBezTo>
                    <a:pt x="205" y="219"/>
                    <a:pt x="218" y="221"/>
                    <a:pt x="232" y="22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6" name="직사각형 85"/>
          <p:cNvSpPr/>
          <p:nvPr/>
        </p:nvSpPr>
        <p:spPr>
          <a:xfrm>
            <a:off x="7884368" y="251356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chemeClr val="bg1">
                      <a:alpha val="20000"/>
                    </a:schemeClr>
                  </a:solidFill>
                </a:ln>
                <a:latin typeface="-윤고딕340" panose="02030504000101010101" pitchFamily="18" charset="-127"/>
                <a:ea typeface="-윤고딕340" panose="02030504000101010101" pitchFamily="18" charset="-127"/>
              </a:rPr>
              <a:t>체대남친</a:t>
            </a:r>
            <a:endParaRPr lang="ko-KR" altLang="en-US" dirty="0">
              <a:ln>
                <a:solidFill>
                  <a:schemeClr val="bg1">
                    <a:alpha val="20000"/>
                  </a:schemeClr>
                </a:solidFill>
              </a:ln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pic>
        <p:nvPicPr>
          <p:cNvPr id="87" name="그림 8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33149"/>
            <a:ext cx="432048" cy="429069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7884368" y="547683"/>
            <a:ext cx="1103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Hellgater.com</a:t>
            </a:r>
            <a:endParaRPr lang="ko-KR" altLang="en-US" sz="1100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371610"/>
              </p:ext>
            </p:extLst>
          </p:nvPr>
        </p:nvGraphicFramePr>
        <p:xfrm>
          <a:off x="286256" y="1668055"/>
          <a:ext cx="8615557" cy="422123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28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5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5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5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129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2018/12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2018/2</a:t>
                      </a:r>
                      <a:r>
                        <a:rPr lang="ko-KR" altLang="en-US" dirty="0" smtClean="0"/>
                        <a:t>월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2018</a:t>
                      </a:r>
                      <a:r>
                        <a:rPr lang="en-US" altLang="ko-KR" baseline="0" dirty="0" smtClean="0"/>
                        <a:t>   2Q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2018</a:t>
                      </a:r>
                      <a:r>
                        <a:rPr lang="en-US" altLang="ko-KR" baseline="0" dirty="0" smtClean="0"/>
                        <a:t>   3Q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2018   4Q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0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task</a:t>
                      </a:r>
                      <a:endParaRPr lang="ko-KR" altLang="en-US" sz="1400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빙글 </a:t>
                      </a: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160</a:t>
                      </a: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개</a:t>
                      </a: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/>
                      </a:r>
                      <a:b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</a:br>
                      <a:r>
                        <a:rPr lang="ko-KR" altLang="en-US" sz="1400" dirty="0" err="1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콘텐츠중</a:t>
                      </a: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 </a:t>
                      </a: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20</a:t>
                      </a: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개 </a:t>
                      </a:r>
                      <a:r>
                        <a:rPr lang="ko-KR" altLang="en-US" sz="1400" dirty="0" err="1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선별후</a:t>
                      </a: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 홈페이지로 재편성</a:t>
                      </a: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/>
                      </a:r>
                      <a:b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</a:b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(7</a:t>
                      </a:r>
                      <a:r>
                        <a:rPr lang="ko-KR" altLang="en-US" sz="1400" dirty="0" err="1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개완료</a:t>
                      </a: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)</a:t>
                      </a:r>
                    </a:p>
                    <a:p>
                      <a:pPr marL="0" indent="0" algn="ctr" latinLnBrk="1">
                        <a:buFont typeface="Arial" pitchFamily="34" charset="0"/>
                        <a:buNone/>
                      </a:pPr>
                      <a:endParaRPr lang="en-US" altLang="ko-KR" sz="1400" dirty="0" smtClean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ko-KR" altLang="en-US" sz="1400" dirty="0" err="1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원페이지</a:t>
                      </a: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 리포트 알고리즘</a:t>
                      </a:r>
                      <a:endParaRPr lang="ko-KR" altLang="en-US" sz="1400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무료 커리큘럼완료</a:t>
                      </a:r>
                      <a:endParaRPr lang="en-US" altLang="ko-KR" sz="1400" dirty="0" smtClean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  <a:p>
                      <a:pPr marL="0" indent="0" algn="ctr" latinLnBrk="1">
                        <a:buFont typeface="Arial" pitchFamily="34" charset="0"/>
                        <a:buNone/>
                      </a:pPr>
                      <a:endParaRPr lang="en-US" altLang="ko-KR" sz="1400" dirty="0" smtClean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웹 속도 최적화</a:t>
                      </a:r>
                      <a:endParaRPr lang="en-US" altLang="ko-KR" sz="1400" dirty="0" smtClean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 latinLnBrk="1">
                        <a:buFont typeface="Arial" pitchFamily="34" charset="0"/>
                        <a:buChar char="•"/>
                      </a:pPr>
                      <a:r>
                        <a:rPr lang="ko-KR" altLang="en-US" sz="1400" dirty="0" err="1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체대남친</a:t>
                      </a: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/>
                      </a:r>
                      <a:b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</a:b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플랫폼</a:t>
                      </a:r>
                      <a:r>
                        <a:rPr lang="ko-KR" altLang="en-US" sz="1400" baseline="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 테스트</a:t>
                      </a:r>
                      <a:endParaRPr lang="en-US" altLang="ko-KR" sz="1400" baseline="0" dirty="0" smtClean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  <a:p>
                      <a:pPr marL="285750" indent="-285750" algn="ctr" latinLnBrk="1">
                        <a:buFont typeface="Arial" pitchFamily="34" charset="0"/>
                        <a:buChar char="•"/>
                      </a:pPr>
                      <a:endParaRPr lang="en-US" altLang="ko-KR" sz="1400" baseline="0" dirty="0" smtClean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  <a:p>
                      <a:pPr marL="285750" indent="-285750" algn="ctr" latinLnBrk="1">
                        <a:buFont typeface="Arial" pitchFamily="34" charset="0"/>
                        <a:buChar char="•"/>
                      </a:pPr>
                      <a:r>
                        <a:rPr lang="ko-KR" altLang="en-US" sz="1400" baseline="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선물상자</a:t>
                      </a:r>
                      <a:endParaRPr lang="ko-KR" altLang="en-US" sz="1400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 latinLnBrk="1">
                        <a:buFont typeface="Arial" pitchFamily="34" charset="0"/>
                        <a:buChar char="•"/>
                      </a:pPr>
                      <a:r>
                        <a:rPr lang="ko-KR" altLang="en-US" sz="1400" dirty="0" err="1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챗봇테스트</a:t>
                      </a:r>
                      <a:endParaRPr lang="en-US" altLang="ko-KR" sz="1400" dirty="0" smtClean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  <a:p>
                      <a:pPr marL="285750" indent="-285750" algn="ctr" latinLnBrk="1">
                        <a:buFont typeface="Arial" pitchFamily="34" charset="0"/>
                        <a:buChar char="•"/>
                      </a:pPr>
                      <a:endParaRPr lang="en-US" altLang="ko-KR" sz="1400" dirty="0" smtClean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  <a:p>
                      <a:pPr marL="285750" indent="-285750" algn="ctr" latinLnBrk="1">
                        <a:buFont typeface="Arial" pitchFamily="34" charset="0"/>
                        <a:buChar char="•"/>
                      </a:pP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SNS</a:t>
                      </a: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계정 연동</a:t>
                      </a:r>
                      <a:endParaRPr lang="ko-KR" altLang="en-US" sz="1400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게임화 적용</a:t>
                      </a: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/>
                      </a:r>
                      <a:b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</a:b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(</a:t>
                      </a: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대륙</a:t>
                      </a: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, </a:t>
                      </a: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아이템</a:t>
                      </a: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, </a:t>
                      </a: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레벨</a:t>
                      </a: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, </a:t>
                      </a:r>
                      <a:r>
                        <a:rPr lang="ko-KR" altLang="en-US" sz="1400" dirty="0" err="1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퀘스트</a:t>
                      </a: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)</a:t>
                      </a:r>
                    </a:p>
                    <a:p>
                      <a:pPr marL="285750" marR="0" indent="-28575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ko-KR" sz="1400" dirty="0" smtClean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  <a:p>
                      <a:pPr marL="285750" marR="0" indent="-28575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err="1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챗봇</a:t>
                      </a: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 선택</a:t>
                      </a: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/>
                      </a:r>
                      <a:b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</a:b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(</a:t>
                      </a:r>
                      <a:r>
                        <a:rPr lang="ko-KR" altLang="en-US" sz="1400" dirty="0" err="1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컨셉</a:t>
                      </a: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 </a:t>
                      </a: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4</a:t>
                      </a:r>
                      <a:r>
                        <a:rPr lang="ko-KR" altLang="en-US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개</a:t>
                      </a:r>
                      <a:r>
                        <a:rPr lang="en-US" altLang="ko-KR" sz="1400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)</a:t>
                      </a:r>
                      <a:endParaRPr lang="ko-KR" altLang="en-US" sz="1400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2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무료 유저</a:t>
                      </a:r>
                      <a:endParaRPr lang="ko-KR" altLang="en-US" sz="1400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0</a:t>
                      </a:r>
                      <a:r>
                        <a:rPr lang="ko-KR" altLang="en-US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명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100</a:t>
                      </a:r>
                      <a:r>
                        <a:rPr lang="ko-KR" altLang="en-US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명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500</a:t>
                      </a:r>
                      <a:r>
                        <a:rPr lang="ko-KR" altLang="en-US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명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800</a:t>
                      </a:r>
                      <a:r>
                        <a:rPr lang="ko-KR" altLang="en-US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명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1200</a:t>
                      </a:r>
                      <a:r>
                        <a:rPr lang="ko-KR" altLang="en-US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명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2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유료 유저</a:t>
                      </a:r>
                      <a:endParaRPr lang="ko-KR" altLang="en-US" sz="1400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1</a:t>
                      </a:r>
                      <a:r>
                        <a:rPr lang="ko-KR" altLang="en-US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명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4</a:t>
                      </a:r>
                      <a:r>
                        <a:rPr lang="ko-KR" altLang="en-US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명</a:t>
                      </a:r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(4%)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20</a:t>
                      </a:r>
                      <a:r>
                        <a:rPr lang="ko-KR" altLang="en-US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명</a:t>
                      </a:r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(4%)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40</a:t>
                      </a:r>
                      <a:r>
                        <a:rPr lang="ko-KR" altLang="en-US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명</a:t>
                      </a:r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(5%)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72</a:t>
                      </a:r>
                      <a:r>
                        <a:rPr lang="ko-KR" altLang="en-US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명</a:t>
                      </a:r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(6%)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2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월매출</a:t>
                      </a:r>
                      <a:endParaRPr lang="ko-KR" altLang="en-US" sz="1400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20</a:t>
                      </a:r>
                      <a:r>
                        <a:rPr lang="ko-KR" altLang="en-US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만원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80</a:t>
                      </a:r>
                      <a:r>
                        <a:rPr lang="ko-KR" altLang="en-US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만원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400</a:t>
                      </a:r>
                      <a:r>
                        <a:rPr lang="ko-KR" altLang="en-US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만원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800</a:t>
                      </a:r>
                      <a:r>
                        <a:rPr lang="ko-KR" altLang="en-US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만원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1440</a:t>
                      </a:r>
                      <a:r>
                        <a:rPr lang="ko-KR" altLang="en-US" dirty="0" smtClean="0">
                          <a:latin typeface="KT&amp;G 상상본문 L" pitchFamily="2" charset="-127"/>
                          <a:ea typeface="KT&amp;G 상상본문 L" pitchFamily="2" charset="-127"/>
                        </a:rPr>
                        <a:t>만원</a:t>
                      </a:r>
                      <a:endParaRPr lang="ko-KR" altLang="en-US" dirty="0">
                        <a:latin typeface="KT&amp;G 상상본문 L" pitchFamily="2" charset="-127"/>
                        <a:ea typeface="KT&amp;G 상상본문 L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3528" y="1340768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Overall Schedule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880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그림 6" descr="피티 배경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588" y="2117"/>
            <a:ext cx="914400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7" name="그림 5"/>
          <p:cNvPicPr>
            <a:picLocks noChangeAspect="1"/>
          </p:cNvPicPr>
          <p:nvPr/>
        </p:nvPicPr>
        <p:blipFill>
          <a:blip r:embed="rId4" cstate="print"/>
          <a:srcRect l="23154" r="20401"/>
          <a:stretch>
            <a:fillRect/>
          </a:stretch>
        </p:blipFill>
        <p:spPr bwMode="auto">
          <a:xfrm>
            <a:off x="608013" y="1200151"/>
            <a:ext cx="2100262" cy="513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/>
        </p:nvSpPr>
        <p:spPr>
          <a:xfrm>
            <a:off x="2673351" y="1871134"/>
            <a:ext cx="504825" cy="6731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373189" y="1280585"/>
            <a:ext cx="504825" cy="6731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306514" y="2167467"/>
            <a:ext cx="681037" cy="908051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395414" y="3272367"/>
            <a:ext cx="504825" cy="6731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57189" y="4696885"/>
            <a:ext cx="503237" cy="6731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979614" y="3354918"/>
            <a:ext cx="504825" cy="6731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055814" y="1837267"/>
            <a:ext cx="504825" cy="670984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973139" y="5467351"/>
            <a:ext cx="503237" cy="670983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55601" y="5467351"/>
            <a:ext cx="504825" cy="670983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1122363" y="4150785"/>
            <a:ext cx="503237" cy="6731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1736725" y="4906434"/>
            <a:ext cx="503238" cy="6731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178175" y="1871134"/>
            <a:ext cx="503238" cy="6731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3681414" y="1871134"/>
            <a:ext cx="504825" cy="6731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2673351" y="2559051"/>
            <a:ext cx="504825" cy="670983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3178175" y="2559051"/>
            <a:ext cx="503238" cy="670983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3681414" y="2559051"/>
            <a:ext cx="504825" cy="670983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2673351" y="3225801"/>
            <a:ext cx="504825" cy="6731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3178175" y="3225801"/>
            <a:ext cx="503238" cy="6731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3681414" y="3225801"/>
            <a:ext cx="504825" cy="6731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673351" y="5238751"/>
            <a:ext cx="504825" cy="670983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3178175" y="5238751"/>
            <a:ext cx="503238" cy="670983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3681414" y="5238751"/>
            <a:ext cx="504825" cy="670983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673351" y="3894667"/>
            <a:ext cx="504825" cy="670984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3178175" y="3894667"/>
            <a:ext cx="503238" cy="670984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3681414" y="3894667"/>
            <a:ext cx="504825" cy="670984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2673351" y="4565651"/>
            <a:ext cx="504825" cy="6731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3178175" y="4565651"/>
            <a:ext cx="503238" cy="6731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3681414" y="4565651"/>
            <a:ext cx="504825" cy="6731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2657475" y="1479551"/>
            <a:ext cx="1544638" cy="38311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 err="1">
                <a:latin typeface="나눔바른고딕OTF" pitchFamily="18" charset="-127"/>
                <a:ea typeface="나눔바른고딕OTF" pitchFamily="18" charset="-127"/>
              </a:rPr>
              <a:t>인벤토리</a:t>
            </a:r>
            <a:endParaRPr lang="ko-KR" altLang="en-US" sz="1400" dirty="0">
              <a:latin typeface="나눔바른고딕OTF" pitchFamily="18" charset="-127"/>
              <a:ea typeface="나눔바른고딕OTF" pitchFamily="18" charset="-127"/>
            </a:endParaRPr>
          </a:p>
        </p:txBody>
      </p:sp>
      <p:pic>
        <p:nvPicPr>
          <p:cNvPr id="21537" name="Picture 5" descr="http://store.bbcomcdn.com/deploy/images/brands/bsn/syntha-6/bottle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49839" y="2741084"/>
            <a:ext cx="1087437" cy="1708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38" name="그림 7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37401" y="2774951"/>
            <a:ext cx="1827213" cy="1710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오른쪽 화살표 41"/>
          <p:cNvSpPr/>
          <p:nvPr/>
        </p:nvSpPr>
        <p:spPr>
          <a:xfrm>
            <a:off x="6372225" y="3467101"/>
            <a:ext cx="865188" cy="32808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540" name="직사각형 42"/>
          <p:cNvSpPr>
            <a:spLocks noChangeArrowheads="1"/>
          </p:cNvSpPr>
          <p:nvPr/>
        </p:nvSpPr>
        <p:spPr bwMode="auto">
          <a:xfrm>
            <a:off x="2268539" y="275167"/>
            <a:ext cx="460692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수익모델</a:t>
            </a:r>
            <a:r>
              <a:rPr lang="en-US" altLang="ko-KR" sz="1100" b="1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– </a:t>
            </a:r>
            <a:r>
              <a:rPr lang="ko-KR" altLang="en-US" sz="1100" b="1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광고</a:t>
            </a:r>
          </a:p>
        </p:txBody>
      </p:sp>
      <p:pic>
        <p:nvPicPr>
          <p:cNvPr id="21541" name="그림 7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08276" y="2002367"/>
            <a:ext cx="479425" cy="448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42" name="그림 3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729038" y="1979084"/>
            <a:ext cx="442912" cy="438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43" name="그림 4"/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252788" y="1957917"/>
            <a:ext cx="3683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4036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0" y="-27384"/>
            <a:ext cx="9144000" cy="70155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이렇게 정성을 쏟을 수 있는 이유</a:t>
            </a:r>
            <a:r>
              <a:rPr lang="en-US" altLang="ko-KR" sz="2800" dirty="0" smtClean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  <a:endParaRPr lang="ko-KR" altLang="en-US" sz="28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5576" y="1196752"/>
            <a:ext cx="78488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BM</a:t>
            </a:r>
            <a:r>
              <a:rPr lang="ko-KR" altLang="en-US" dirty="0" smtClean="0"/>
              <a:t>이 월 회원권이 아니기 때문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갑을</a:t>
            </a:r>
            <a:r>
              <a:rPr lang="en-US" altLang="ko-KR" dirty="0" smtClean="0"/>
              <a:t>(</a:t>
            </a:r>
            <a:r>
              <a:rPr lang="ko-KR" altLang="en-US" dirty="0" smtClean="0"/>
              <a:t>비즈니스</a:t>
            </a:r>
            <a:r>
              <a:rPr lang="en-US" altLang="ko-KR" dirty="0" smtClean="0"/>
              <a:t>) </a:t>
            </a:r>
            <a:r>
              <a:rPr lang="ko-KR" altLang="en-US" dirty="0" smtClean="0"/>
              <a:t>관계가 아니고 </a:t>
            </a:r>
            <a:r>
              <a:rPr lang="ko-KR" altLang="en-US" dirty="0" err="1" smtClean="0"/>
              <a:t>남녀관의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관계속</a:t>
            </a:r>
            <a:r>
              <a:rPr lang="ko-KR" altLang="en-US" dirty="0" smtClean="0"/>
              <a:t> 싹트는 사랑</a:t>
            </a:r>
            <a:r>
              <a:rPr lang="en-US" altLang="ko-KR" dirty="0" smtClean="0"/>
              <a:t>. </a:t>
            </a:r>
            <a:r>
              <a:rPr lang="ko-KR" altLang="en-US" dirty="0" smtClean="0">
                <a:solidFill>
                  <a:srgbClr val="FF0000"/>
                </a:solidFill>
              </a:rPr>
              <a:t>재미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코치들은 성공적인 다이어트로 </a:t>
            </a:r>
            <a:r>
              <a:rPr lang="ko-KR" altLang="en-US" dirty="0" smtClean="0">
                <a:solidFill>
                  <a:srgbClr val="FF0000"/>
                </a:solidFill>
              </a:rPr>
              <a:t>인생</a:t>
            </a:r>
            <a:r>
              <a:rPr lang="ko-KR" altLang="en-US" dirty="0" smtClean="0"/>
              <a:t>이 변하는 경험을 했고</a:t>
            </a:r>
            <a:endParaRPr lang="en-US" altLang="ko-KR" dirty="0" smtClean="0"/>
          </a:p>
          <a:p>
            <a:r>
              <a:rPr lang="ko-KR" altLang="en-US" dirty="0" smtClean="0">
                <a:solidFill>
                  <a:srgbClr val="FF0000"/>
                </a:solidFill>
              </a:rPr>
              <a:t>나같은 사람들을 도와주고 싶은 마음</a:t>
            </a:r>
            <a:r>
              <a:rPr lang="en-US" altLang="ko-KR" dirty="0" smtClean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성공사례배출로</a:t>
            </a:r>
            <a:r>
              <a:rPr lang="en-US" altLang="ko-KR" dirty="0" smtClean="0"/>
              <a:t> </a:t>
            </a:r>
            <a:r>
              <a:rPr lang="ko-KR" altLang="en-US" dirty="0" smtClean="0"/>
              <a:t>개인의 브랜드화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-</a:t>
            </a:r>
            <a:r>
              <a:rPr lang="ko-KR" altLang="en-US" dirty="0" smtClean="0"/>
              <a:t>연구가 매우 부족한 임상심리학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운동생리학 산학협동연구</a:t>
            </a:r>
            <a:endParaRPr lang="en-US" altLang="ko-KR" dirty="0" smtClean="0"/>
          </a:p>
          <a:p>
            <a:r>
              <a:rPr lang="en-US" altLang="ko-KR" dirty="0" smtClean="0"/>
              <a:t>-</a:t>
            </a:r>
            <a:r>
              <a:rPr lang="ko-KR" altLang="en-US" dirty="0" smtClean="0"/>
              <a:t>정부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기업의 직원 건강관리와 동기부여 협업</a:t>
            </a:r>
            <a:endParaRPr lang="en-US" altLang="ko-KR" dirty="0" smtClean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국민의 건강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직원의 건강을 위해 필수적으로 할당된 정책과 자금</a:t>
            </a:r>
            <a:r>
              <a:rPr lang="en-US" altLang="ko-KR" dirty="0" smtClean="0"/>
              <a:t>)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411760" y="4293096"/>
            <a:ext cx="4320480" cy="14401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/>
              <a:t>현재 충성고객 </a:t>
            </a:r>
            <a:r>
              <a:rPr lang="ko-KR" altLang="en-US" sz="2400" dirty="0" err="1" smtClean="0"/>
              <a:t>전환율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20%</a:t>
            </a:r>
          </a:p>
          <a:p>
            <a:pPr algn="ctr"/>
            <a:r>
              <a:rPr lang="en-US" altLang="ko-KR" sz="2400" dirty="0" smtClean="0"/>
              <a:t>(</a:t>
            </a:r>
            <a:r>
              <a:rPr lang="ko-KR" altLang="en-US" sz="2400" dirty="0" smtClean="0"/>
              <a:t>온라인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오프라인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9302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vyWQ3myI0j94jc3ST4x9P1pP3v5xn1zEJoUh6hBCE0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vyWQ3myI0j94jc3ST4x9P1pP3v5xn1zEJoUh6hBCE0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vyWQ3myI0j94jc3ST4x9P1pP3v5xn1zEJoUh6hBCE0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vyWQ3myI0j94jc3ST4x9P1pP3v5xn1zEJoUh6hBCE0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vyWQ3myI0j94jc3ST4x9P1pP3v5xn1zEJoUh6hBCE0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vyWQ3myI0j94jc3ST4x9P1pP3v5xn1zEJoUh6hBCE0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2901</TotalTime>
  <Words>1138</Words>
  <Application>Microsoft Office PowerPoint</Application>
  <PresentationFormat>화면 슬라이드 쇼(4:3)</PresentationFormat>
  <Paragraphs>235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32" baseType="lpstr">
      <vt:lpstr>맑은 고딕</vt:lpstr>
      <vt:lpstr>-윤고딕340</vt:lpstr>
      <vt:lpstr>KT&amp;G 상상본문 M</vt:lpstr>
      <vt:lpstr>나눔바른고딕OTF</vt:lpstr>
      <vt:lpstr>배달의민족 도현</vt:lpstr>
      <vt:lpstr>KT&amp;G 상상제목 B</vt:lpstr>
      <vt:lpstr>Segoe UI</vt:lpstr>
      <vt:lpstr>나눔바른고딕</vt:lpstr>
      <vt:lpstr>KT&amp;G 상상본문 L</vt:lpstr>
      <vt:lpstr>배달의민족 한나는 열한살</vt:lpstr>
      <vt:lpstr>-윤고딕330</vt:lpstr>
      <vt:lpstr>-윤고딕350</vt:lpstr>
      <vt:lpstr>Arial</vt:lpstr>
      <vt:lpstr>굴림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Registered User</dc:creator>
  <cp:lastModifiedBy>seongwon bae</cp:lastModifiedBy>
  <cp:revision>121</cp:revision>
  <cp:lastPrinted>2018-03-08T23:17:38Z</cp:lastPrinted>
  <dcterms:created xsi:type="dcterms:W3CDTF">2017-11-08T08:48:29Z</dcterms:created>
  <dcterms:modified xsi:type="dcterms:W3CDTF">2018-03-09T03:17:09Z</dcterms:modified>
</cp:coreProperties>
</file>